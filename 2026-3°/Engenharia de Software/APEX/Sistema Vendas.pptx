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B0752">
                <a:alpha val="100000"/>
              </a:srgbClr>
            </a:gs>
            <a:gs pos="33333">
              <a:srgbClr val="050C1A">
                <a:alpha val="100000"/>
              </a:srgbClr>
            </a:gs>
            <a:gs pos="66667">
              <a:srgbClr val="050C1A">
                <a:alpha val="100000"/>
              </a:srgbClr>
            </a:gs>
            <a:gs pos="100000">
              <a:srgbClr val="050C1A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5067" y="1951283"/>
            <a:ext cx="3003191" cy="861179"/>
            <a:chOff x="0" y="0"/>
            <a:chExt cx="4004255" cy="114823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004255" cy="1148239"/>
              <a:chOff x="0" y="0"/>
              <a:chExt cx="883495" cy="25334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83495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883495">
                    <a:moveTo>
                      <a:pt x="50774" y="0"/>
                    </a:moveTo>
                    <a:lnTo>
                      <a:pt x="832721" y="0"/>
                    </a:lnTo>
                    <a:cubicBezTo>
                      <a:pt x="860762" y="0"/>
                      <a:pt x="883495" y="22732"/>
                      <a:pt x="883495" y="50774"/>
                    </a:cubicBezTo>
                    <a:lnTo>
                      <a:pt x="883495" y="202572"/>
                    </a:lnTo>
                    <a:cubicBezTo>
                      <a:pt x="883495" y="230614"/>
                      <a:pt x="860762" y="253346"/>
                      <a:pt x="832721" y="253346"/>
                    </a:cubicBezTo>
                    <a:lnTo>
                      <a:pt x="50774" y="253346"/>
                    </a:lnTo>
                    <a:cubicBezTo>
                      <a:pt x="22732" y="253346"/>
                      <a:pt x="0" y="230614"/>
                      <a:pt x="0" y="202572"/>
                    </a:cubicBezTo>
                    <a:lnTo>
                      <a:pt x="0" y="50774"/>
                    </a:lnTo>
                    <a:cubicBezTo>
                      <a:pt x="0" y="22732"/>
                      <a:pt x="22732" y="0"/>
                      <a:pt x="5077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883495" cy="300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5026" y="113179"/>
              <a:ext cx="917789" cy="916832"/>
              <a:chOff x="0" y="0"/>
              <a:chExt cx="202500" cy="2022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168357" y="354454"/>
              <a:ext cx="2835898" cy="439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2"/>
                </a:lnSpc>
              </a:pPr>
              <a:r>
                <a:rPr lang="en-US" sz="2202" spc="103">
                  <a:solidFill>
                    <a:srgbClr val="F2EFEF"/>
                  </a:solidFill>
                  <a:latin typeface="DM Sans"/>
                  <a:ea typeface="DM Sans"/>
                  <a:cs typeface="DM Sans"/>
                  <a:sym typeface="DM Sans"/>
                </a:rPr>
                <a:t>Bem-vindo!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8100000">
              <a:off x="352765" y="327367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1" y="0"/>
                  </a:lnTo>
                  <a:lnTo>
                    <a:pt x="422311" y="488456"/>
                  </a:lnTo>
                  <a:lnTo>
                    <a:pt x="0" y="488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438208">
            <a:off x="10193716" y="1404750"/>
            <a:ext cx="6358541" cy="6930231"/>
            <a:chOff x="0" y="0"/>
            <a:chExt cx="1154857" cy="12586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4857" cy="1258689"/>
            </a:xfrm>
            <a:custGeom>
              <a:avLst/>
              <a:gdLst/>
              <a:ahLst/>
              <a:cxnLst/>
              <a:rect r="r" b="b" t="t" l="l"/>
              <a:pathLst>
                <a:path h="1258689" w="1154857">
                  <a:moveTo>
                    <a:pt x="97405" y="0"/>
                  </a:moveTo>
                  <a:lnTo>
                    <a:pt x="1057452" y="0"/>
                  </a:lnTo>
                  <a:cubicBezTo>
                    <a:pt x="1083285" y="0"/>
                    <a:pt x="1108060" y="10262"/>
                    <a:pt x="1126327" y="28529"/>
                  </a:cubicBezTo>
                  <a:cubicBezTo>
                    <a:pt x="1144594" y="46796"/>
                    <a:pt x="1154857" y="71572"/>
                    <a:pt x="1154857" y="97405"/>
                  </a:cubicBezTo>
                  <a:lnTo>
                    <a:pt x="1154857" y="1161284"/>
                  </a:lnTo>
                  <a:cubicBezTo>
                    <a:pt x="1154857" y="1187117"/>
                    <a:pt x="1144594" y="1211893"/>
                    <a:pt x="1126327" y="1230160"/>
                  </a:cubicBezTo>
                  <a:cubicBezTo>
                    <a:pt x="1108060" y="1248427"/>
                    <a:pt x="1083285" y="1258689"/>
                    <a:pt x="1057452" y="1258689"/>
                  </a:cubicBezTo>
                  <a:lnTo>
                    <a:pt x="97405" y="1258689"/>
                  </a:lnTo>
                  <a:cubicBezTo>
                    <a:pt x="71572" y="1258689"/>
                    <a:pt x="46796" y="1248427"/>
                    <a:pt x="28529" y="1230160"/>
                  </a:cubicBezTo>
                  <a:cubicBezTo>
                    <a:pt x="10262" y="1211893"/>
                    <a:pt x="0" y="1187117"/>
                    <a:pt x="0" y="1161284"/>
                  </a:cubicBezTo>
                  <a:lnTo>
                    <a:pt x="0" y="97405"/>
                  </a:lnTo>
                  <a:cubicBezTo>
                    <a:pt x="0" y="71572"/>
                    <a:pt x="10262" y="46796"/>
                    <a:pt x="28529" y="28529"/>
                  </a:cubicBezTo>
                  <a:cubicBezTo>
                    <a:pt x="46796" y="10262"/>
                    <a:pt x="71572" y="0"/>
                    <a:pt x="974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45000"/>
                  </a:srgbClr>
                </a:gs>
                <a:gs pos="100000">
                  <a:srgbClr val="6F62FF">
                    <a:alpha val="18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54857" cy="130631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79887" y="9466948"/>
            <a:ext cx="12728226" cy="117010"/>
            <a:chOff x="0" y="0"/>
            <a:chExt cx="16970968" cy="15601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Freeform 45" id="45"/>
          <p:cNvSpPr/>
          <p:nvPr/>
        </p:nvSpPr>
        <p:spPr>
          <a:xfrm flipH="false" flipV="false" rot="-352922">
            <a:off x="9415862" y="2303639"/>
            <a:ext cx="7281696" cy="5679723"/>
          </a:xfrm>
          <a:custGeom>
            <a:avLst/>
            <a:gdLst/>
            <a:ahLst/>
            <a:cxnLst/>
            <a:rect r="r" b="b" t="t" l="l"/>
            <a:pathLst>
              <a:path h="5679723" w="7281696">
                <a:moveTo>
                  <a:pt x="0" y="0"/>
                </a:moveTo>
                <a:lnTo>
                  <a:pt x="7281696" y="0"/>
                </a:lnTo>
                <a:lnTo>
                  <a:pt x="7281696" y="5679722"/>
                </a:lnTo>
                <a:lnTo>
                  <a:pt x="0" y="5679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595067" y="3631658"/>
            <a:ext cx="7548933" cy="323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4"/>
              </a:lnSpc>
            </a:pPr>
            <a:r>
              <a:rPr lang="en-US" sz="12249" spc="-39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Sistema </a:t>
            </a:r>
            <a:r>
              <a:rPr lang="en-US" sz="12249" spc="-391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Vendas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B0752">
                <a:alpha val="100000"/>
              </a:srgbClr>
            </a:gs>
            <a:gs pos="33333">
              <a:srgbClr val="050C1A">
                <a:alpha val="100000"/>
              </a:srgbClr>
            </a:gs>
            <a:gs pos="66667">
              <a:srgbClr val="050C1A">
                <a:alpha val="100000"/>
              </a:srgbClr>
            </a:gs>
            <a:gs pos="100000">
              <a:srgbClr val="050C1A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677">
            <a:off x="633088" y="1490903"/>
            <a:ext cx="7281696" cy="5679723"/>
          </a:xfrm>
          <a:custGeom>
            <a:avLst/>
            <a:gdLst/>
            <a:ahLst/>
            <a:cxnLst/>
            <a:rect r="r" b="b" t="t" l="l"/>
            <a:pathLst>
              <a:path h="5679723" w="7281696">
                <a:moveTo>
                  <a:pt x="0" y="0"/>
                </a:moveTo>
                <a:lnTo>
                  <a:pt x="7281696" y="0"/>
                </a:lnTo>
                <a:lnTo>
                  <a:pt x="7281696" y="5679723"/>
                </a:lnTo>
                <a:lnTo>
                  <a:pt x="0" y="5679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85097" y="2722015"/>
            <a:ext cx="7315200" cy="3217499"/>
          </a:xfrm>
          <a:custGeom>
            <a:avLst/>
            <a:gdLst/>
            <a:ahLst/>
            <a:cxnLst/>
            <a:rect r="r" b="b" t="t" l="l"/>
            <a:pathLst>
              <a:path h="3217499" w="7315200">
                <a:moveTo>
                  <a:pt x="0" y="0"/>
                </a:moveTo>
                <a:lnTo>
                  <a:pt x="7315200" y="0"/>
                </a:lnTo>
                <a:lnTo>
                  <a:pt x="7315200" y="3217499"/>
                </a:lnTo>
                <a:lnTo>
                  <a:pt x="0" y="321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52047" y="1226633"/>
            <a:ext cx="3063235" cy="114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4340" spc="-138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 Descrição do Sistema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09198" y="2573045"/>
            <a:ext cx="7548933" cy="550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2400" spc="-76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O sistema consiste em uma solução integrada de Ponto de Venda (PDV) e controle de estoque, com o objetivo de automatizar o processo de vendas e o gerenciamento de produtos.</a:t>
            </a:r>
          </a:p>
          <a:p>
            <a:pPr algn="ctr">
              <a:lnSpc>
                <a:spcPts val="2448"/>
              </a:lnSpc>
            </a:pPr>
            <a:r>
              <a:rPr lang="en-US" sz="2400" spc="-76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No PDV, permite registrar vendas por leitura de código de barras ou busca manual, exibir os itens em tempo real, calcular automaticamente o valor total com descontos e realizar pagamentos com múltiplas formas (dinheiro, cartão e Pix). Ao final, o sistema emite nota fiscal e registra a transação.</a:t>
            </a:r>
          </a:p>
          <a:p>
            <a:pPr algn="ctr">
              <a:lnSpc>
                <a:spcPts val="2448"/>
              </a:lnSpc>
            </a:pPr>
            <a:r>
              <a:rPr lang="en-US" sz="2400" spc="-76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No controle de estoque, realiza atualização automática dos produtos a cada venda, além de permitir cadastro, edição, consulta e entrada de mercadorias. Também gera alertas de estoque mínimo.</a:t>
            </a:r>
          </a:p>
          <a:p>
            <a:pPr algn="ctr">
              <a:lnSpc>
                <a:spcPts val="2448"/>
              </a:lnSpc>
            </a:pPr>
            <a:r>
              <a:rPr lang="en-US" sz="2400" spc="-76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O sistema ainda oferece relatórios gerenciais e controle de usuários, garantindo segurança e apoio à tomada de decisões.</a:t>
            </a:r>
          </a:p>
          <a:p>
            <a:pPr algn="ctr">
              <a:lnSpc>
                <a:spcPts val="244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10800000">
            <a:off x="2779887" y="9515475"/>
            <a:ext cx="12728226" cy="117010"/>
            <a:chOff x="0" y="0"/>
            <a:chExt cx="16970968" cy="15601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B0752">
                <a:alpha val="100000"/>
              </a:srgbClr>
            </a:gs>
            <a:gs pos="33333">
              <a:srgbClr val="050C1A">
                <a:alpha val="100000"/>
              </a:srgbClr>
            </a:gs>
            <a:gs pos="66667">
              <a:srgbClr val="050C1A">
                <a:alpha val="100000"/>
              </a:srgbClr>
            </a:gs>
            <a:gs pos="100000">
              <a:srgbClr val="050C1A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80208" y="1456973"/>
            <a:ext cx="2436958" cy="1121001"/>
          </a:xfrm>
          <a:custGeom>
            <a:avLst/>
            <a:gdLst/>
            <a:ahLst/>
            <a:cxnLst/>
            <a:rect r="r" b="b" t="t" l="l"/>
            <a:pathLst>
              <a:path h="1121001" w="2436958">
                <a:moveTo>
                  <a:pt x="0" y="0"/>
                </a:moveTo>
                <a:lnTo>
                  <a:pt x="2436958" y="0"/>
                </a:lnTo>
                <a:lnTo>
                  <a:pt x="2436958" y="1121001"/>
                </a:lnTo>
                <a:lnTo>
                  <a:pt x="0" y="1121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84995" y="570421"/>
            <a:ext cx="5539843" cy="1040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1"/>
              </a:lnSpc>
            </a:pPr>
            <a:r>
              <a:rPr lang="en-US" sz="7658" spc="-245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Stakeholders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80208" y="3995141"/>
            <a:ext cx="218952" cy="44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3212" spc="-1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14293" y="4421777"/>
            <a:ext cx="218952" cy="44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3212" spc="-1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+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201807" y="2958974"/>
            <a:ext cx="3990176" cy="2953706"/>
            <a:chOff x="0" y="0"/>
            <a:chExt cx="5320235" cy="393827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320235" cy="3938274"/>
              <a:chOff x="0" y="0"/>
              <a:chExt cx="724707" cy="53646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24707" cy="536461"/>
              </a:xfrm>
              <a:custGeom>
                <a:avLst/>
                <a:gdLst/>
                <a:ahLst/>
                <a:cxnLst/>
                <a:rect r="r" b="b" t="t" l="l"/>
                <a:pathLst>
                  <a:path h="536461" w="724707">
                    <a:moveTo>
                      <a:pt x="116415" y="0"/>
                    </a:moveTo>
                    <a:lnTo>
                      <a:pt x="608293" y="0"/>
                    </a:lnTo>
                    <a:cubicBezTo>
                      <a:pt x="672587" y="0"/>
                      <a:pt x="724707" y="52121"/>
                      <a:pt x="724707" y="116415"/>
                    </a:cubicBezTo>
                    <a:lnTo>
                      <a:pt x="724707" y="420046"/>
                    </a:lnTo>
                    <a:cubicBezTo>
                      <a:pt x="724707" y="484340"/>
                      <a:pt x="672587" y="536461"/>
                      <a:pt x="608293" y="536461"/>
                    </a:cubicBezTo>
                    <a:lnTo>
                      <a:pt x="116415" y="536461"/>
                    </a:lnTo>
                    <a:cubicBezTo>
                      <a:pt x="52121" y="536461"/>
                      <a:pt x="0" y="484340"/>
                      <a:pt x="0" y="420046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24707" cy="584086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5320235" cy="1130563"/>
              <a:chOff x="0" y="0"/>
              <a:chExt cx="1318784" cy="28024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18784" cy="280245"/>
              </a:xfrm>
              <a:custGeom>
                <a:avLst/>
                <a:gdLst/>
                <a:ahLst/>
                <a:cxnLst/>
                <a:rect r="r" b="b" t="t" l="l"/>
                <a:pathLst>
                  <a:path h="280245" w="1318784">
                    <a:moveTo>
                      <a:pt x="116415" y="0"/>
                    </a:moveTo>
                    <a:lnTo>
                      <a:pt x="1202369" y="0"/>
                    </a:lnTo>
                    <a:cubicBezTo>
                      <a:pt x="1266663" y="0"/>
                      <a:pt x="1318784" y="52121"/>
                      <a:pt x="1318784" y="116415"/>
                    </a:cubicBezTo>
                    <a:lnTo>
                      <a:pt x="1318784" y="163830"/>
                    </a:lnTo>
                    <a:cubicBezTo>
                      <a:pt x="1318784" y="228124"/>
                      <a:pt x="1266663" y="280245"/>
                      <a:pt x="1202369" y="280245"/>
                    </a:cubicBezTo>
                    <a:lnTo>
                      <a:pt x="116415" y="280245"/>
                    </a:lnTo>
                    <a:cubicBezTo>
                      <a:pt x="52121" y="280245"/>
                      <a:pt x="0" y="228124"/>
                      <a:pt x="0" y="163830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111232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318784" cy="327870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590604"/>
              <a:ext cx="5320235" cy="565282"/>
              <a:chOff x="0" y="0"/>
              <a:chExt cx="1318784" cy="14012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18784" cy="140122"/>
              </a:xfrm>
              <a:custGeom>
                <a:avLst/>
                <a:gdLst/>
                <a:ahLst/>
                <a:cxnLst/>
                <a:rect r="r" b="b" t="t" l="l"/>
                <a:pathLst>
                  <a:path h="140122" w="1318784">
                    <a:moveTo>
                      <a:pt x="0" y="0"/>
                    </a:moveTo>
                    <a:lnTo>
                      <a:pt x="1318784" y="0"/>
                    </a:lnTo>
                    <a:lnTo>
                      <a:pt x="1318784" y="140122"/>
                    </a:lnTo>
                    <a:lnTo>
                      <a:pt x="0" y="140122"/>
                    </a:lnTo>
                    <a:close/>
                  </a:path>
                </a:pathLst>
              </a:custGeom>
              <a:solidFill>
                <a:srgbClr val="1112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318784" cy="18774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9472909" y="2958974"/>
            <a:ext cx="3990176" cy="2953706"/>
            <a:chOff x="0" y="0"/>
            <a:chExt cx="5320235" cy="393827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320235" cy="3938274"/>
              <a:chOff x="0" y="0"/>
              <a:chExt cx="724707" cy="53646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24707" cy="536461"/>
              </a:xfrm>
              <a:custGeom>
                <a:avLst/>
                <a:gdLst/>
                <a:ahLst/>
                <a:cxnLst/>
                <a:rect r="r" b="b" t="t" l="l"/>
                <a:pathLst>
                  <a:path h="536461" w="724707">
                    <a:moveTo>
                      <a:pt x="116415" y="0"/>
                    </a:moveTo>
                    <a:lnTo>
                      <a:pt x="608293" y="0"/>
                    </a:lnTo>
                    <a:cubicBezTo>
                      <a:pt x="672587" y="0"/>
                      <a:pt x="724707" y="52121"/>
                      <a:pt x="724707" y="116415"/>
                    </a:cubicBezTo>
                    <a:lnTo>
                      <a:pt x="724707" y="420046"/>
                    </a:lnTo>
                    <a:cubicBezTo>
                      <a:pt x="724707" y="484340"/>
                      <a:pt x="672587" y="536461"/>
                      <a:pt x="608293" y="536461"/>
                    </a:cubicBezTo>
                    <a:lnTo>
                      <a:pt x="116415" y="536461"/>
                    </a:lnTo>
                    <a:cubicBezTo>
                      <a:pt x="52121" y="536461"/>
                      <a:pt x="0" y="484340"/>
                      <a:pt x="0" y="420046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724707" cy="584086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5320235" cy="1130563"/>
              <a:chOff x="0" y="0"/>
              <a:chExt cx="1318784" cy="28024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18784" cy="280245"/>
              </a:xfrm>
              <a:custGeom>
                <a:avLst/>
                <a:gdLst/>
                <a:ahLst/>
                <a:cxnLst/>
                <a:rect r="r" b="b" t="t" l="l"/>
                <a:pathLst>
                  <a:path h="280245" w="1318784">
                    <a:moveTo>
                      <a:pt x="116415" y="0"/>
                    </a:moveTo>
                    <a:lnTo>
                      <a:pt x="1202369" y="0"/>
                    </a:lnTo>
                    <a:cubicBezTo>
                      <a:pt x="1266663" y="0"/>
                      <a:pt x="1318784" y="52121"/>
                      <a:pt x="1318784" y="116415"/>
                    </a:cubicBezTo>
                    <a:lnTo>
                      <a:pt x="1318784" y="163830"/>
                    </a:lnTo>
                    <a:cubicBezTo>
                      <a:pt x="1318784" y="228124"/>
                      <a:pt x="1266663" y="280245"/>
                      <a:pt x="1202369" y="280245"/>
                    </a:cubicBezTo>
                    <a:lnTo>
                      <a:pt x="116415" y="280245"/>
                    </a:lnTo>
                    <a:cubicBezTo>
                      <a:pt x="52121" y="280245"/>
                      <a:pt x="0" y="228124"/>
                      <a:pt x="0" y="163830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111232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318784" cy="327870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590604"/>
              <a:ext cx="5320235" cy="565282"/>
              <a:chOff x="0" y="0"/>
              <a:chExt cx="1318784" cy="14012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18784" cy="140122"/>
              </a:xfrm>
              <a:custGeom>
                <a:avLst/>
                <a:gdLst/>
                <a:ahLst/>
                <a:cxnLst/>
                <a:rect r="r" b="b" t="t" l="l"/>
                <a:pathLst>
                  <a:path h="140122" w="1318784">
                    <a:moveTo>
                      <a:pt x="0" y="0"/>
                    </a:moveTo>
                    <a:lnTo>
                      <a:pt x="1318784" y="0"/>
                    </a:lnTo>
                    <a:lnTo>
                      <a:pt x="1318784" y="140122"/>
                    </a:lnTo>
                    <a:lnTo>
                      <a:pt x="0" y="140122"/>
                    </a:lnTo>
                    <a:close/>
                  </a:path>
                </a:pathLst>
              </a:custGeom>
              <a:solidFill>
                <a:srgbClr val="1112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318784" cy="18774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13710735" y="2977687"/>
            <a:ext cx="3990176" cy="2953706"/>
            <a:chOff x="0" y="0"/>
            <a:chExt cx="5320235" cy="393827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320235" cy="3938274"/>
              <a:chOff x="0" y="0"/>
              <a:chExt cx="724707" cy="53646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24707" cy="536461"/>
              </a:xfrm>
              <a:custGeom>
                <a:avLst/>
                <a:gdLst/>
                <a:ahLst/>
                <a:cxnLst/>
                <a:rect r="r" b="b" t="t" l="l"/>
                <a:pathLst>
                  <a:path h="536461" w="724707">
                    <a:moveTo>
                      <a:pt x="116415" y="0"/>
                    </a:moveTo>
                    <a:lnTo>
                      <a:pt x="608293" y="0"/>
                    </a:lnTo>
                    <a:cubicBezTo>
                      <a:pt x="672587" y="0"/>
                      <a:pt x="724707" y="52121"/>
                      <a:pt x="724707" y="116415"/>
                    </a:cubicBezTo>
                    <a:lnTo>
                      <a:pt x="724707" y="420046"/>
                    </a:lnTo>
                    <a:cubicBezTo>
                      <a:pt x="724707" y="484340"/>
                      <a:pt x="672587" y="536461"/>
                      <a:pt x="608293" y="536461"/>
                    </a:cubicBezTo>
                    <a:lnTo>
                      <a:pt x="116415" y="536461"/>
                    </a:lnTo>
                    <a:cubicBezTo>
                      <a:pt x="52121" y="536461"/>
                      <a:pt x="0" y="484340"/>
                      <a:pt x="0" y="420046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724707" cy="584086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5320235" cy="1130563"/>
              <a:chOff x="0" y="0"/>
              <a:chExt cx="1318784" cy="28024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318784" cy="280245"/>
              </a:xfrm>
              <a:custGeom>
                <a:avLst/>
                <a:gdLst/>
                <a:ahLst/>
                <a:cxnLst/>
                <a:rect r="r" b="b" t="t" l="l"/>
                <a:pathLst>
                  <a:path h="280245" w="1318784">
                    <a:moveTo>
                      <a:pt x="116415" y="0"/>
                    </a:moveTo>
                    <a:lnTo>
                      <a:pt x="1202369" y="0"/>
                    </a:lnTo>
                    <a:cubicBezTo>
                      <a:pt x="1266663" y="0"/>
                      <a:pt x="1318784" y="52121"/>
                      <a:pt x="1318784" y="116415"/>
                    </a:cubicBezTo>
                    <a:lnTo>
                      <a:pt x="1318784" y="163830"/>
                    </a:lnTo>
                    <a:cubicBezTo>
                      <a:pt x="1318784" y="228124"/>
                      <a:pt x="1266663" y="280245"/>
                      <a:pt x="1202369" y="280245"/>
                    </a:cubicBezTo>
                    <a:lnTo>
                      <a:pt x="116415" y="280245"/>
                    </a:lnTo>
                    <a:cubicBezTo>
                      <a:pt x="52121" y="280245"/>
                      <a:pt x="0" y="228124"/>
                      <a:pt x="0" y="163830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111232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1318784" cy="327870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590604"/>
              <a:ext cx="5320235" cy="565282"/>
              <a:chOff x="0" y="0"/>
              <a:chExt cx="1318784" cy="14012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318784" cy="140122"/>
              </a:xfrm>
              <a:custGeom>
                <a:avLst/>
                <a:gdLst/>
                <a:ahLst/>
                <a:cxnLst/>
                <a:rect r="r" b="b" t="t" l="l"/>
                <a:pathLst>
                  <a:path h="140122" w="1318784">
                    <a:moveTo>
                      <a:pt x="0" y="0"/>
                    </a:moveTo>
                    <a:lnTo>
                      <a:pt x="1318784" y="0"/>
                    </a:lnTo>
                    <a:lnTo>
                      <a:pt x="1318784" y="140122"/>
                    </a:lnTo>
                    <a:lnTo>
                      <a:pt x="0" y="140122"/>
                    </a:lnTo>
                    <a:close/>
                  </a:path>
                </a:pathLst>
              </a:custGeom>
              <a:solidFill>
                <a:srgbClr val="1112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1318784" cy="18774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875626" y="6222317"/>
            <a:ext cx="3990176" cy="2953706"/>
            <a:chOff x="0" y="0"/>
            <a:chExt cx="5320235" cy="3938274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320235" cy="3938274"/>
              <a:chOff x="0" y="0"/>
              <a:chExt cx="724707" cy="53646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24707" cy="536461"/>
              </a:xfrm>
              <a:custGeom>
                <a:avLst/>
                <a:gdLst/>
                <a:ahLst/>
                <a:cxnLst/>
                <a:rect r="r" b="b" t="t" l="l"/>
                <a:pathLst>
                  <a:path h="536461" w="724707">
                    <a:moveTo>
                      <a:pt x="116415" y="0"/>
                    </a:moveTo>
                    <a:lnTo>
                      <a:pt x="608293" y="0"/>
                    </a:lnTo>
                    <a:cubicBezTo>
                      <a:pt x="672587" y="0"/>
                      <a:pt x="724707" y="52121"/>
                      <a:pt x="724707" y="116415"/>
                    </a:cubicBezTo>
                    <a:lnTo>
                      <a:pt x="724707" y="420046"/>
                    </a:lnTo>
                    <a:cubicBezTo>
                      <a:pt x="724707" y="484340"/>
                      <a:pt x="672587" y="536461"/>
                      <a:pt x="608293" y="536461"/>
                    </a:cubicBezTo>
                    <a:lnTo>
                      <a:pt x="116415" y="536461"/>
                    </a:lnTo>
                    <a:cubicBezTo>
                      <a:pt x="52121" y="536461"/>
                      <a:pt x="0" y="484340"/>
                      <a:pt x="0" y="420046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724707" cy="584086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5320235" cy="1130563"/>
              <a:chOff x="0" y="0"/>
              <a:chExt cx="1318784" cy="28024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18784" cy="280245"/>
              </a:xfrm>
              <a:custGeom>
                <a:avLst/>
                <a:gdLst/>
                <a:ahLst/>
                <a:cxnLst/>
                <a:rect r="r" b="b" t="t" l="l"/>
                <a:pathLst>
                  <a:path h="280245" w="1318784">
                    <a:moveTo>
                      <a:pt x="116415" y="0"/>
                    </a:moveTo>
                    <a:lnTo>
                      <a:pt x="1202369" y="0"/>
                    </a:lnTo>
                    <a:cubicBezTo>
                      <a:pt x="1266663" y="0"/>
                      <a:pt x="1318784" y="52121"/>
                      <a:pt x="1318784" y="116415"/>
                    </a:cubicBezTo>
                    <a:lnTo>
                      <a:pt x="1318784" y="163830"/>
                    </a:lnTo>
                    <a:cubicBezTo>
                      <a:pt x="1318784" y="228124"/>
                      <a:pt x="1266663" y="280245"/>
                      <a:pt x="1202369" y="280245"/>
                    </a:cubicBezTo>
                    <a:lnTo>
                      <a:pt x="116415" y="280245"/>
                    </a:lnTo>
                    <a:cubicBezTo>
                      <a:pt x="52121" y="280245"/>
                      <a:pt x="0" y="228124"/>
                      <a:pt x="0" y="163830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111232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1318784" cy="327870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590604"/>
              <a:ext cx="5320235" cy="565282"/>
              <a:chOff x="0" y="0"/>
              <a:chExt cx="1318784" cy="14012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318784" cy="140122"/>
              </a:xfrm>
              <a:custGeom>
                <a:avLst/>
                <a:gdLst/>
                <a:ahLst/>
                <a:cxnLst/>
                <a:rect r="r" b="b" t="t" l="l"/>
                <a:pathLst>
                  <a:path h="140122" w="1318784">
                    <a:moveTo>
                      <a:pt x="0" y="0"/>
                    </a:moveTo>
                    <a:lnTo>
                      <a:pt x="1318784" y="0"/>
                    </a:lnTo>
                    <a:lnTo>
                      <a:pt x="1318784" y="140122"/>
                    </a:lnTo>
                    <a:lnTo>
                      <a:pt x="0" y="140122"/>
                    </a:lnTo>
                    <a:close/>
                  </a:path>
                </a:pathLst>
              </a:custGeom>
              <a:solidFill>
                <a:srgbClr val="1112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1318784" cy="18774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5153824" y="6212961"/>
            <a:ext cx="3990176" cy="2953706"/>
            <a:chOff x="0" y="0"/>
            <a:chExt cx="5320235" cy="3938274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5320235" cy="3938274"/>
              <a:chOff x="0" y="0"/>
              <a:chExt cx="724707" cy="53646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24707" cy="536461"/>
              </a:xfrm>
              <a:custGeom>
                <a:avLst/>
                <a:gdLst/>
                <a:ahLst/>
                <a:cxnLst/>
                <a:rect r="r" b="b" t="t" l="l"/>
                <a:pathLst>
                  <a:path h="536461" w="724707">
                    <a:moveTo>
                      <a:pt x="116415" y="0"/>
                    </a:moveTo>
                    <a:lnTo>
                      <a:pt x="608293" y="0"/>
                    </a:lnTo>
                    <a:cubicBezTo>
                      <a:pt x="672587" y="0"/>
                      <a:pt x="724707" y="52121"/>
                      <a:pt x="724707" y="116415"/>
                    </a:cubicBezTo>
                    <a:lnTo>
                      <a:pt x="724707" y="420046"/>
                    </a:lnTo>
                    <a:cubicBezTo>
                      <a:pt x="724707" y="484340"/>
                      <a:pt x="672587" y="536461"/>
                      <a:pt x="608293" y="536461"/>
                    </a:cubicBezTo>
                    <a:lnTo>
                      <a:pt x="116415" y="536461"/>
                    </a:lnTo>
                    <a:cubicBezTo>
                      <a:pt x="52121" y="536461"/>
                      <a:pt x="0" y="484340"/>
                      <a:pt x="0" y="420046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724707" cy="584086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0"/>
              <a:ext cx="5320235" cy="1130563"/>
              <a:chOff x="0" y="0"/>
              <a:chExt cx="1318784" cy="280245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318784" cy="280245"/>
              </a:xfrm>
              <a:custGeom>
                <a:avLst/>
                <a:gdLst/>
                <a:ahLst/>
                <a:cxnLst/>
                <a:rect r="r" b="b" t="t" l="l"/>
                <a:pathLst>
                  <a:path h="280245" w="1318784">
                    <a:moveTo>
                      <a:pt x="116415" y="0"/>
                    </a:moveTo>
                    <a:lnTo>
                      <a:pt x="1202369" y="0"/>
                    </a:lnTo>
                    <a:cubicBezTo>
                      <a:pt x="1266663" y="0"/>
                      <a:pt x="1318784" y="52121"/>
                      <a:pt x="1318784" y="116415"/>
                    </a:cubicBezTo>
                    <a:lnTo>
                      <a:pt x="1318784" y="163830"/>
                    </a:lnTo>
                    <a:cubicBezTo>
                      <a:pt x="1318784" y="228124"/>
                      <a:pt x="1266663" y="280245"/>
                      <a:pt x="1202369" y="280245"/>
                    </a:cubicBezTo>
                    <a:lnTo>
                      <a:pt x="116415" y="280245"/>
                    </a:lnTo>
                    <a:cubicBezTo>
                      <a:pt x="52121" y="280245"/>
                      <a:pt x="0" y="228124"/>
                      <a:pt x="0" y="163830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111232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47625"/>
                <a:ext cx="1318784" cy="327870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590604"/>
              <a:ext cx="5320235" cy="565282"/>
              <a:chOff x="0" y="0"/>
              <a:chExt cx="1318784" cy="14012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318784" cy="140122"/>
              </a:xfrm>
              <a:custGeom>
                <a:avLst/>
                <a:gdLst/>
                <a:ahLst/>
                <a:cxnLst/>
                <a:rect r="r" b="b" t="t" l="l"/>
                <a:pathLst>
                  <a:path h="140122" w="1318784">
                    <a:moveTo>
                      <a:pt x="0" y="0"/>
                    </a:moveTo>
                    <a:lnTo>
                      <a:pt x="1318784" y="0"/>
                    </a:lnTo>
                    <a:lnTo>
                      <a:pt x="1318784" y="140122"/>
                    </a:lnTo>
                    <a:lnTo>
                      <a:pt x="0" y="140122"/>
                    </a:lnTo>
                    <a:close/>
                  </a:path>
                </a:pathLst>
              </a:custGeom>
              <a:solidFill>
                <a:srgbClr val="1112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47625"/>
                <a:ext cx="1318784" cy="18774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9210798" y="4421777"/>
            <a:ext cx="218952" cy="44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3212" spc="-1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+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07075" y="3980942"/>
            <a:ext cx="3741540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 Principal usuário do PDV. Responsável por registrar vendas, buscar produtos e finalizar pagamentos.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256165" y="3199304"/>
            <a:ext cx="3969094" cy="3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 spc="77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Operador de Caixa (Atendente)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491783" y="4454877"/>
            <a:ext cx="218952" cy="44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3212" spc="-1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+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877722" y="7612669"/>
            <a:ext cx="218952" cy="44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3212" spc="-1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+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857443" y="2997362"/>
            <a:ext cx="3990176" cy="2953706"/>
            <a:chOff x="0" y="0"/>
            <a:chExt cx="5320235" cy="3938274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5320235" cy="3938274"/>
              <a:chOff x="0" y="0"/>
              <a:chExt cx="724707" cy="536461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724707" cy="536461"/>
              </a:xfrm>
              <a:custGeom>
                <a:avLst/>
                <a:gdLst/>
                <a:ahLst/>
                <a:cxnLst/>
                <a:rect r="r" b="b" t="t" l="l"/>
                <a:pathLst>
                  <a:path h="536461" w="724707">
                    <a:moveTo>
                      <a:pt x="116415" y="0"/>
                    </a:moveTo>
                    <a:lnTo>
                      <a:pt x="608293" y="0"/>
                    </a:lnTo>
                    <a:cubicBezTo>
                      <a:pt x="672587" y="0"/>
                      <a:pt x="724707" y="52121"/>
                      <a:pt x="724707" y="116415"/>
                    </a:cubicBezTo>
                    <a:lnTo>
                      <a:pt x="724707" y="420046"/>
                    </a:lnTo>
                    <a:cubicBezTo>
                      <a:pt x="724707" y="484340"/>
                      <a:pt x="672587" y="536461"/>
                      <a:pt x="608293" y="536461"/>
                    </a:cubicBezTo>
                    <a:lnTo>
                      <a:pt x="116415" y="536461"/>
                    </a:lnTo>
                    <a:cubicBezTo>
                      <a:pt x="52121" y="536461"/>
                      <a:pt x="0" y="484340"/>
                      <a:pt x="0" y="420046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724707" cy="584086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0" y="0"/>
              <a:ext cx="5320235" cy="1130563"/>
              <a:chOff x="0" y="0"/>
              <a:chExt cx="1318784" cy="280245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318784" cy="280245"/>
              </a:xfrm>
              <a:custGeom>
                <a:avLst/>
                <a:gdLst/>
                <a:ahLst/>
                <a:cxnLst/>
                <a:rect r="r" b="b" t="t" l="l"/>
                <a:pathLst>
                  <a:path h="280245" w="1318784">
                    <a:moveTo>
                      <a:pt x="116415" y="0"/>
                    </a:moveTo>
                    <a:lnTo>
                      <a:pt x="1202369" y="0"/>
                    </a:lnTo>
                    <a:cubicBezTo>
                      <a:pt x="1266663" y="0"/>
                      <a:pt x="1318784" y="52121"/>
                      <a:pt x="1318784" y="116415"/>
                    </a:cubicBezTo>
                    <a:lnTo>
                      <a:pt x="1318784" y="163830"/>
                    </a:lnTo>
                    <a:cubicBezTo>
                      <a:pt x="1318784" y="228124"/>
                      <a:pt x="1266663" y="280245"/>
                      <a:pt x="1202369" y="280245"/>
                    </a:cubicBezTo>
                    <a:lnTo>
                      <a:pt x="116415" y="280245"/>
                    </a:lnTo>
                    <a:cubicBezTo>
                      <a:pt x="52121" y="280245"/>
                      <a:pt x="0" y="228124"/>
                      <a:pt x="0" y="163830"/>
                    </a:cubicBezTo>
                    <a:lnTo>
                      <a:pt x="0" y="116415"/>
                    </a:lnTo>
                    <a:cubicBezTo>
                      <a:pt x="0" y="52121"/>
                      <a:pt x="52121" y="0"/>
                      <a:pt x="116415" y="0"/>
                    </a:cubicBezTo>
                    <a:close/>
                  </a:path>
                </a:pathLst>
              </a:custGeom>
              <a:solidFill>
                <a:srgbClr val="111232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1318784" cy="327870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590604"/>
              <a:ext cx="5320235" cy="565282"/>
              <a:chOff x="0" y="0"/>
              <a:chExt cx="1318784" cy="140122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318784" cy="140122"/>
              </a:xfrm>
              <a:custGeom>
                <a:avLst/>
                <a:gdLst/>
                <a:ahLst/>
                <a:cxnLst/>
                <a:rect r="r" b="b" t="t" l="l"/>
                <a:pathLst>
                  <a:path h="140122" w="1318784">
                    <a:moveTo>
                      <a:pt x="0" y="0"/>
                    </a:moveTo>
                    <a:lnTo>
                      <a:pt x="1318784" y="0"/>
                    </a:lnTo>
                    <a:lnTo>
                      <a:pt x="1318784" y="140122"/>
                    </a:lnTo>
                    <a:lnTo>
                      <a:pt x="0" y="140122"/>
                    </a:lnTo>
                    <a:close/>
                  </a:path>
                </a:pathLst>
              </a:custGeom>
              <a:solidFill>
                <a:srgbClr val="1112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47625"/>
                <a:ext cx="1318784" cy="18774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TextBox 71" id="71"/>
          <p:cNvSpPr txBox="true"/>
          <p:nvPr/>
        </p:nvSpPr>
        <p:spPr>
          <a:xfrm rot="0">
            <a:off x="857443" y="3909416"/>
            <a:ext cx="3741540" cy="179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Inter</a:t>
            </a: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age diretamente com o sistema durante a compra. É impactado por preço, promoções e formas de pagamento.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61523" y="3199304"/>
            <a:ext cx="3182015" cy="3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 spc="77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Cliente (Consumidor final)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560666" y="3199304"/>
            <a:ext cx="3969094" cy="3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 spc="77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Logistica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599331" y="4090391"/>
            <a:ext cx="3741540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 Responsável pelo controle de estoque (entrada, saída, atualização de produtos).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805985" y="3199304"/>
            <a:ext cx="3969094" cy="3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 spc="77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Gerente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829994" y="4090391"/>
            <a:ext cx="3741540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Utiliza</a:t>
            </a: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 relatórios para tomada de decisão (faturamento, produtos mais vendidos, etc.).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57443" y="6531272"/>
            <a:ext cx="3969094" cy="3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 spc="77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Administrador do Sistema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09117" y="7435226"/>
            <a:ext cx="3741540" cy="70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Ge</a:t>
            </a: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rencia usuários, permissões e acessos.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079521" y="6557936"/>
            <a:ext cx="3969094" cy="3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 spc="77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Fornecedor (indireto)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325274" y="7529387"/>
            <a:ext cx="3741540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 Rela</a:t>
            </a:r>
            <a:r>
              <a:rPr lang="en-US" sz="2053" spc="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cionado ao abastecimento de produtos no estoque.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2779887" y="9466948"/>
            <a:ext cx="12728226" cy="117010"/>
            <a:chOff x="0" y="0"/>
            <a:chExt cx="16970968" cy="156014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B0752">
                <a:alpha val="100000"/>
              </a:srgbClr>
            </a:gs>
            <a:gs pos="33333">
              <a:srgbClr val="050C1A">
                <a:alpha val="100000"/>
              </a:srgbClr>
            </a:gs>
            <a:gs pos="66667">
              <a:srgbClr val="050C1A">
                <a:alpha val="100000"/>
              </a:srgbClr>
            </a:gs>
            <a:gs pos="100000">
              <a:srgbClr val="050C1A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0706" y="1596255"/>
            <a:ext cx="6545443" cy="266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5"/>
              </a:lnSpc>
            </a:pPr>
            <a:r>
              <a:rPr lang="en-US" sz="10103" spc="-3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Requisitos Funcionais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0706" y="4357101"/>
            <a:ext cx="5905549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define uma ação específica, comportamento ou função que um sistema de software deve executar para atender às necessidades do usuário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655356"/>
            <a:ext cx="7070797" cy="8602944"/>
            <a:chOff x="0" y="0"/>
            <a:chExt cx="1284219" cy="1562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4219" cy="1562492"/>
            </a:xfrm>
            <a:custGeom>
              <a:avLst/>
              <a:gdLst/>
              <a:ahLst/>
              <a:cxnLst/>
              <a:rect r="r" b="b" t="t" l="l"/>
              <a:pathLst>
                <a:path h="1562492" w="1284219">
                  <a:moveTo>
                    <a:pt x="65695" y="0"/>
                  </a:moveTo>
                  <a:lnTo>
                    <a:pt x="1218524" y="0"/>
                  </a:lnTo>
                  <a:cubicBezTo>
                    <a:pt x="1235947" y="0"/>
                    <a:pt x="1252657" y="6921"/>
                    <a:pt x="1264977" y="19242"/>
                  </a:cubicBezTo>
                  <a:cubicBezTo>
                    <a:pt x="1277297" y="31562"/>
                    <a:pt x="1284219" y="48272"/>
                    <a:pt x="1284219" y="65695"/>
                  </a:cubicBezTo>
                  <a:lnTo>
                    <a:pt x="1284219" y="1496797"/>
                  </a:lnTo>
                  <a:cubicBezTo>
                    <a:pt x="1284219" y="1533079"/>
                    <a:pt x="1254806" y="1562492"/>
                    <a:pt x="1218524" y="1562492"/>
                  </a:cubicBezTo>
                  <a:lnTo>
                    <a:pt x="65695" y="1562492"/>
                  </a:lnTo>
                  <a:cubicBezTo>
                    <a:pt x="48272" y="1562492"/>
                    <a:pt x="31562" y="1555570"/>
                    <a:pt x="19242" y="1543250"/>
                  </a:cubicBezTo>
                  <a:cubicBezTo>
                    <a:pt x="6921" y="1530930"/>
                    <a:pt x="0" y="1514220"/>
                    <a:pt x="0" y="1496797"/>
                  </a:cubicBezTo>
                  <a:lnTo>
                    <a:pt x="0" y="65695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84219" cy="1610117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105255" y="776665"/>
            <a:ext cx="5148286" cy="832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Registrar vendas no PDV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Ler código de barras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Buscar produto manualmente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Adicionar/remover itens da compra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Calcular valor total automaticamente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Aplicar descontos e promoções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Permitir múltiplas formas de pagamento (Pix, cartão, dinheiro)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Emitir nota fiscal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Registrar histórico de transações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Atualizar estoque automaticamente após venda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Cadastrar, editar e consultar produtos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Registrar entrada de produtos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Gerar alertas de estoque mínimo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Gerar relatórios (diário, semanal, mensal)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Configurar promoções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Gerenciar usuários e permissões</a:t>
            </a:r>
          </a:p>
          <a:p>
            <a:pPr algn="l">
              <a:lnSpc>
                <a:spcPts val="2874"/>
              </a:lnSpc>
            </a:pP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95067" y="435706"/>
            <a:ext cx="858096" cy="861179"/>
            <a:chOff x="0" y="0"/>
            <a:chExt cx="1144128" cy="114823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44128" cy="1148239"/>
              <a:chOff x="0" y="0"/>
              <a:chExt cx="252439" cy="2533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3170" y="115703"/>
              <a:ext cx="917789" cy="916832"/>
              <a:chOff x="0" y="0"/>
              <a:chExt cx="202500" cy="20228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5400000">
              <a:off x="360909" y="329892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0" y="0"/>
                  </a:lnTo>
                  <a:lnTo>
                    <a:pt x="422310" y="488455"/>
                  </a:lnTo>
                  <a:lnTo>
                    <a:pt x="0" y="4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20458" y="867375"/>
            <a:ext cx="555435" cy="557431"/>
            <a:chOff x="0" y="0"/>
            <a:chExt cx="740580" cy="74324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40580" cy="743241"/>
              <a:chOff x="0" y="0"/>
              <a:chExt cx="252439" cy="2533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73253" y="74893"/>
              <a:ext cx="594074" cy="593455"/>
              <a:chOff x="0" y="0"/>
              <a:chExt cx="202500" cy="20228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5400000">
              <a:off x="233612" y="213535"/>
              <a:ext cx="273357" cy="316171"/>
            </a:xfrm>
            <a:custGeom>
              <a:avLst/>
              <a:gdLst/>
              <a:ahLst/>
              <a:cxnLst/>
              <a:rect r="r" b="b" t="t" l="l"/>
              <a:pathLst>
                <a:path h="316171" w="273357">
                  <a:moveTo>
                    <a:pt x="0" y="0"/>
                  </a:moveTo>
                  <a:lnTo>
                    <a:pt x="273356" y="0"/>
                  </a:lnTo>
                  <a:lnTo>
                    <a:pt x="273356" y="316171"/>
                  </a:lnTo>
                  <a:lnTo>
                    <a:pt x="0" y="316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79887" y="9552673"/>
            <a:ext cx="12728226" cy="117010"/>
            <a:chOff x="0" y="0"/>
            <a:chExt cx="16970968" cy="15601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B0752">
                <a:alpha val="100000"/>
              </a:srgbClr>
            </a:gs>
            <a:gs pos="33333">
              <a:srgbClr val="050C1A">
                <a:alpha val="100000"/>
              </a:srgbClr>
            </a:gs>
            <a:gs pos="66667">
              <a:srgbClr val="050C1A">
                <a:alpha val="100000"/>
              </a:srgbClr>
            </a:gs>
            <a:gs pos="100000">
              <a:srgbClr val="050C1A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8714" y="1727008"/>
            <a:ext cx="8367470" cy="266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5"/>
              </a:lnSpc>
            </a:pPr>
            <a:r>
              <a:rPr lang="en-US" sz="10103" spc="-3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Requisitos Não Funcionais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8714" y="4357101"/>
            <a:ext cx="5905549" cy="179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definem os atributos de qualidade, restrições e comportamentos técnicos de um sistema, focando em "como" ele opera (desempenho, segurança, usabilidade) em vez de "o que" ele faz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655356"/>
            <a:ext cx="7070797" cy="8602944"/>
            <a:chOff x="0" y="0"/>
            <a:chExt cx="1284219" cy="1562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4219" cy="1562492"/>
            </a:xfrm>
            <a:custGeom>
              <a:avLst/>
              <a:gdLst/>
              <a:ahLst/>
              <a:cxnLst/>
              <a:rect r="r" b="b" t="t" l="l"/>
              <a:pathLst>
                <a:path h="1562492" w="1284219">
                  <a:moveTo>
                    <a:pt x="65695" y="0"/>
                  </a:moveTo>
                  <a:lnTo>
                    <a:pt x="1218524" y="0"/>
                  </a:lnTo>
                  <a:cubicBezTo>
                    <a:pt x="1235947" y="0"/>
                    <a:pt x="1252657" y="6921"/>
                    <a:pt x="1264977" y="19242"/>
                  </a:cubicBezTo>
                  <a:cubicBezTo>
                    <a:pt x="1277297" y="31562"/>
                    <a:pt x="1284219" y="48272"/>
                    <a:pt x="1284219" y="65695"/>
                  </a:cubicBezTo>
                  <a:lnTo>
                    <a:pt x="1284219" y="1496797"/>
                  </a:lnTo>
                  <a:cubicBezTo>
                    <a:pt x="1284219" y="1533079"/>
                    <a:pt x="1254806" y="1562492"/>
                    <a:pt x="1218524" y="1562492"/>
                  </a:cubicBezTo>
                  <a:lnTo>
                    <a:pt x="65695" y="1562492"/>
                  </a:lnTo>
                  <a:cubicBezTo>
                    <a:pt x="48272" y="1562492"/>
                    <a:pt x="31562" y="1555570"/>
                    <a:pt x="19242" y="1543250"/>
                  </a:cubicBezTo>
                  <a:cubicBezTo>
                    <a:pt x="6921" y="1530930"/>
                    <a:pt x="0" y="1514220"/>
                    <a:pt x="0" y="1496797"/>
                  </a:cubicBezTo>
                  <a:lnTo>
                    <a:pt x="0" y="65695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84219" cy="1610117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105255" y="1258785"/>
            <a:ext cx="5148286" cy="541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Desempenho: resposta rápida no PDV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Usabil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idade: interface simples e intuitiva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Seguranç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a: controle de acesso por usuário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Disponibilidade: sistema deve funcionar continuamente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Confiabilidade: evitar erros em cálculos e estoque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Escalabilidade: suportar aumento de usuários e vendas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Legalidade: emissão de nota fiscal conforme legislação</a:t>
            </a: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95067" y="435706"/>
            <a:ext cx="858096" cy="861179"/>
            <a:chOff x="0" y="0"/>
            <a:chExt cx="1144128" cy="114823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44128" cy="1148239"/>
              <a:chOff x="0" y="0"/>
              <a:chExt cx="252439" cy="2533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3170" y="115703"/>
              <a:ext cx="917789" cy="916832"/>
              <a:chOff x="0" y="0"/>
              <a:chExt cx="202500" cy="20228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5400000">
              <a:off x="360909" y="329892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0" y="0"/>
                  </a:lnTo>
                  <a:lnTo>
                    <a:pt x="422310" y="488455"/>
                  </a:lnTo>
                  <a:lnTo>
                    <a:pt x="0" y="4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49820" y="1296885"/>
            <a:ext cx="555435" cy="557431"/>
            <a:chOff x="0" y="0"/>
            <a:chExt cx="740580" cy="74324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40580" cy="743241"/>
              <a:chOff x="0" y="0"/>
              <a:chExt cx="252439" cy="2533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73253" y="74893"/>
              <a:ext cx="594074" cy="593455"/>
              <a:chOff x="0" y="0"/>
              <a:chExt cx="202500" cy="20228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5400000">
              <a:off x="233612" y="213535"/>
              <a:ext cx="273357" cy="316171"/>
            </a:xfrm>
            <a:custGeom>
              <a:avLst/>
              <a:gdLst/>
              <a:ahLst/>
              <a:cxnLst/>
              <a:rect r="r" b="b" t="t" l="l"/>
              <a:pathLst>
                <a:path h="316171" w="273357">
                  <a:moveTo>
                    <a:pt x="0" y="0"/>
                  </a:moveTo>
                  <a:lnTo>
                    <a:pt x="273356" y="0"/>
                  </a:lnTo>
                  <a:lnTo>
                    <a:pt x="273356" y="316171"/>
                  </a:lnTo>
                  <a:lnTo>
                    <a:pt x="0" y="316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79887" y="9552673"/>
            <a:ext cx="12728226" cy="117010"/>
            <a:chOff x="0" y="0"/>
            <a:chExt cx="16970968" cy="15601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63941" y="3392890"/>
            <a:ext cx="674448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63941" y="598111"/>
            <a:ext cx="858096" cy="861179"/>
            <a:chOff x="0" y="0"/>
            <a:chExt cx="1144128" cy="114823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44128" cy="1148239"/>
              <a:chOff x="0" y="0"/>
              <a:chExt cx="252439" cy="25334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13170" y="115703"/>
              <a:ext cx="917789" cy="916832"/>
              <a:chOff x="0" y="0"/>
              <a:chExt cx="202500" cy="20228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5400000">
              <a:off x="360909" y="329892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0" y="0"/>
                  </a:lnTo>
                  <a:lnTo>
                    <a:pt x="422310" y="488455"/>
                  </a:lnTo>
                  <a:lnTo>
                    <a:pt x="0" y="4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12079" y="3658309"/>
            <a:ext cx="7875921" cy="7875921"/>
            <a:chOff x="0" y="0"/>
            <a:chExt cx="736600" cy="73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294643"/>
                  </a:moveTo>
                  <a:cubicBezTo>
                    <a:pt x="327642" y="294643"/>
                    <a:pt x="294637" y="327647"/>
                    <a:pt x="294637" y="368294"/>
                  </a:cubicBezTo>
                  <a:cubicBezTo>
                    <a:pt x="294637" y="408953"/>
                    <a:pt x="327642" y="441957"/>
                    <a:pt x="368297" y="441957"/>
                  </a:cubicBezTo>
                  <a:cubicBezTo>
                    <a:pt x="408951" y="441957"/>
                    <a:pt x="441957" y="408953"/>
                    <a:pt x="441957" y="368294"/>
                  </a:cubicBezTo>
                  <a:cubicBezTo>
                    <a:pt x="441957" y="327647"/>
                    <a:pt x="408951" y="294643"/>
                    <a:pt x="368297" y="29464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F62FF">
                    <a:alpha val="100000"/>
                  </a:srgbClr>
                </a:gs>
                <a:gs pos="100000">
                  <a:srgbClr val="3629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46050" y="98425"/>
              <a:ext cx="4445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160222">
            <a:off x="9838169" y="-1080048"/>
            <a:ext cx="5125808" cy="5125808"/>
            <a:chOff x="0" y="0"/>
            <a:chExt cx="736600" cy="736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86011" y="429"/>
                  </a:moveTo>
                  <a:lnTo>
                    <a:pt x="415652" y="58853"/>
                  </a:lnTo>
                  <a:cubicBezTo>
                    <a:pt x="438360" y="62325"/>
                    <a:pt x="460615" y="68279"/>
                    <a:pt x="482016" y="76631"/>
                  </a:cubicBezTo>
                  <a:lnTo>
                    <a:pt x="536896" y="40852"/>
                  </a:lnTo>
                  <a:cubicBezTo>
                    <a:pt x="547402" y="46262"/>
                    <a:pt x="557639" y="52174"/>
                    <a:pt x="567576" y="58574"/>
                  </a:cubicBezTo>
                  <a:lnTo>
                    <a:pt x="564034" y="123985"/>
                  </a:lnTo>
                  <a:cubicBezTo>
                    <a:pt x="581962" y="138346"/>
                    <a:pt x="598254" y="154633"/>
                    <a:pt x="612617" y="172565"/>
                  </a:cubicBezTo>
                  <a:lnTo>
                    <a:pt x="678031" y="169023"/>
                  </a:lnTo>
                  <a:cubicBezTo>
                    <a:pt x="684425" y="178965"/>
                    <a:pt x="690335" y="189200"/>
                    <a:pt x="695744" y="199699"/>
                  </a:cubicBezTo>
                  <a:lnTo>
                    <a:pt x="659969" y="254582"/>
                  </a:lnTo>
                  <a:cubicBezTo>
                    <a:pt x="668316" y="275985"/>
                    <a:pt x="674277" y="298239"/>
                    <a:pt x="677752" y="320940"/>
                  </a:cubicBezTo>
                  <a:lnTo>
                    <a:pt x="736173" y="350585"/>
                  </a:lnTo>
                  <a:cubicBezTo>
                    <a:pt x="736742" y="362381"/>
                    <a:pt x="736742" y="374206"/>
                    <a:pt x="736173" y="386015"/>
                  </a:cubicBezTo>
                  <a:lnTo>
                    <a:pt x="677752" y="415646"/>
                  </a:lnTo>
                  <a:cubicBezTo>
                    <a:pt x="674277" y="438361"/>
                    <a:pt x="668316" y="460615"/>
                    <a:pt x="659969" y="482018"/>
                  </a:cubicBezTo>
                  <a:lnTo>
                    <a:pt x="695744" y="536887"/>
                  </a:lnTo>
                  <a:cubicBezTo>
                    <a:pt x="690335" y="547401"/>
                    <a:pt x="684425" y="557635"/>
                    <a:pt x="678031" y="567577"/>
                  </a:cubicBezTo>
                  <a:lnTo>
                    <a:pt x="612617" y="564036"/>
                  </a:lnTo>
                  <a:cubicBezTo>
                    <a:pt x="598254" y="581953"/>
                    <a:pt x="581962" y="598254"/>
                    <a:pt x="564034" y="612616"/>
                  </a:cubicBezTo>
                  <a:lnTo>
                    <a:pt x="567576" y="678026"/>
                  </a:lnTo>
                  <a:cubicBezTo>
                    <a:pt x="557639" y="684426"/>
                    <a:pt x="547402" y="690324"/>
                    <a:pt x="536896" y="695734"/>
                  </a:cubicBezTo>
                  <a:lnTo>
                    <a:pt x="482016" y="659968"/>
                  </a:lnTo>
                  <a:cubicBezTo>
                    <a:pt x="460615" y="668307"/>
                    <a:pt x="438360" y="674275"/>
                    <a:pt x="415652" y="677747"/>
                  </a:cubicBezTo>
                  <a:lnTo>
                    <a:pt x="386011" y="736171"/>
                  </a:lnTo>
                  <a:cubicBezTo>
                    <a:pt x="374211" y="736743"/>
                    <a:pt x="362388" y="736743"/>
                    <a:pt x="350586" y="736171"/>
                  </a:cubicBezTo>
                  <a:lnTo>
                    <a:pt x="320946" y="677747"/>
                  </a:lnTo>
                  <a:cubicBezTo>
                    <a:pt x="298238" y="674275"/>
                    <a:pt x="275984" y="668307"/>
                    <a:pt x="254582" y="659968"/>
                  </a:cubicBezTo>
                  <a:lnTo>
                    <a:pt x="199705" y="695734"/>
                  </a:lnTo>
                  <a:cubicBezTo>
                    <a:pt x="189191" y="690324"/>
                    <a:pt x="178956" y="684426"/>
                    <a:pt x="169014" y="678026"/>
                  </a:cubicBezTo>
                  <a:lnTo>
                    <a:pt x="172570" y="612616"/>
                  </a:lnTo>
                  <a:cubicBezTo>
                    <a:pt x="154638" y="598254"/>
                    <a:pt x="138337" y="581953"/>
                    <a:pt x="123975" y="564036"/>
                  </a:cubicBezTo>
                  <a:lnTo>
                    <a:pt x="58565" y="567577"/>
                  </a:lnTo>
                  <a:cubicBezTo>
                    <a:pt x="52178" y="557635"/>
                    <a:pt x="46266" y="547401"/>
                    <a:pt x="40856" y="536887"/>
                  </a:cubicBezTo>
                  <a:lnTo>
                    <a:pt x="76622" y="482018"/>
                  </a:lnTo>
                  <a:cubicBezTo>
                    <a:pt x="68283" y="460615"/>
                    <a:pt x="62315" y="438361"/>
                    <a:pt x="58843" y="415646"/>
                  </a:cubicBezTo>
                  <a:lnTo>
                    <a:pt x="418" y="386015"/>
                  </a:lnTo>
                  <a:cubicBezTo>
                    <a:pt x="-139" y="374206"/>
                    <a:pt x="-139" y="362381"/>
                    <a:pt x="418" y="350585"/>
                  </a:cubicBezTo>
                  <a:lnTo>
                    <a:pt x="58843" y="320940"/>
                  </a:lnTo>
                  <a:cubicBezTo>
                    <a:pt x="62315" y="298239"/>
                    <a:pt x="68283" y="275985"/>
                    <a:pt x="76622" y="254582"/>
                  </a:cubicBezTo>
                  <a:lnTo>
                    <a:pt x="40856" y="199699"/>
                  </a:lnTo>
                  <a:cubicBezTo>
                    <a:pt x="46266" y="189200"/>
                    <a:pt x="52178" y="178965"/>
                    <a:pt x="58565" y="169023"/>
                  </a:cubicBezTo>
                  <a:lnTo>
                    <a:pt x="123975" y="172565"/>
                  </a:lnTo>
                  <a:cubicBezTo>
                    <a:pt x="138337" y="154633"/>
                    <a:pt x="154638" y="138346"/>
                    <a:pt x="172570" y="123985"/>
                  </a:cubicBezTo>
                  <a:lnTo>
                    <a:pt x="169014" y="58574"/>
                  </a:lnTo>
                  <a:cubicBezTo>
                    <a:pt x="178956" y="52174"/>
                    <a:pt x="189191" y="46262"/>
                    <a:pt x="199705" y="40852"/>
                  </a:cubicBezTo>
                  <a:lnTo>
                    <a:pt x="254582" y="76631"/>
                  </a:lnTo>
                  <a:cubicBezTo>
                    <a:pt x="275984" y="68279"/>
                    <a:pt x="298238" y="62325"/>
                    <a:pt x="320946" y="58853"/>
                  </a:cubicBezTo>
                  <a:lnTo>
                    <a:pt x="350586" y="429"/>
                  </a:lnTo>
                  <a:cubicBezTo>
                    <a:pt x="362388" y="-143"/>
                    <a:pt x="374211" y="-143"/>
                    <a:pt x="386011" y="429"/>
                  </a:cubicBezTo>
                  <a:close/>
                  <a:moveTo>
                    <a:pt x="368299" y="189701"/>
                  </a:moveTo>
                  <a:cubicBezTo>
                    <a:pt x="269726" y="189701"/>
                    <a:pt x="189708" y="269725"/>
                    <a:pt x="189708" y="368294"/>
                  </a:cubicBezTo>
                  <a:cubicBezTo>
                    <a:pt x="189708" y="466876"/>
                    <a:pt x="269726" y="546899"/>
                    <a:pt x="368299" y="546899"/>
                  </a:cubicBezTo>
                  <a:cubicBezTo>
                    <a:pt x="466870" y="546899"/>
                    <a:pt x="546898" y="466876"/>
                    <a:pt x="546898" y="368294"/>
                  </a:cubicBezTo>
                  <a:cubicBezTo>
                    <a:pt x="546898" y="269725"/>
                    <a:pt x="466870" y="189701"/>
                    <a:pt x="368299" y="18970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F62FF">
                    <a:alpha val="100000"/>
                  </a:srgbClr>
                </a:gs>
                <a:gs pos="100000">
                  <a:srgbClr val="3629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84150" y="136525"/>
              <a:ext cx="3683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179558" y="2784432"/>
            <a:ext cx="9229838" cy="7246310"/>
          </a:xfrm>
          <a:custGeom>
            <a:avLst/>
            <a:gdLst/>
            <a:ahLst/>
            <a:cxnLst/>
            <a:rect r="r" b="b" t="t" l="l"/>
            <a:pathLst>
              <a:path h="7246310" w="9229838">
                <a:moveTo>
                  <a:pt x="0" y="0"/>
                </a:moveTo>
                <a:lnTo>
                  <a:pt x="9229838" y="0"/>
                </a:lnTo>
                <a:lnTo>
                  <a:pt x="9229838" y="7246310"/>
                </a:lnTo>
                <a:lnTo>
                  <a:pt x="0" y="7246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54" t="-2164" r="0" b="-216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9553" y="1621214"/>
            <a:ext cx="7987192" cy="129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1"/>
              </a:lnSpc>
            </a:pPr>
            <a:r>
              <a:rPr lang="en-US" sz="9609" spc="-3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Diagrama </a:t>
            </a:r>
            <a:r>
              <a:rPr lang="en-US" sz="9609" spc="-307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Uso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99203" y="4229763"/>
            <a:ext cx="674448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53780" y="365200"/>
            <a:ext cx="858096" cy="861179"/>
            <a:chOff x="0" y="0"/>
            <a:chExt cx="1144128" cy="114823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44128" cy="1148239"/>
              <a:chOff x="0" y="0"/>
              <a:chExt cx="252439" cy="25334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13170" y="115703"/>
              <a:ext cx="917789" cy="916832"/>
              <a:chOff x="0" y="0"/>
              <a:chExt cx="202500" cy="20228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5400000">
              <a:off x="360909" y="329892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0" y="0"/>
                  </a:lnTo>
                  <a:lnTo>
                    <a:pt x="422310" y="488455"/>
                  </a:lnTo>
                  <a:lnTo>
                    <a:pt x="0" y="4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12079" y="3658309"/>
            <a:ext cx="7875921" cy="7875921"/>
            <a:chOff x="0" y="0"/>
            <a:chExt cx="736600" cy="73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294643"/>
                  </a:moveTo>
                  <a:cubicBezTo>
                    <a:pt x="327642" y="294643"/>
                    <a:pt x="294637" y="327647"/>
                    <a:pt x="294637" y="368294"/>
                  </a:cubicBezTo>
                  <a:cubicBezTo>
                    <a:pt x="294637" y="408953"/>
                    <a:pt x="327642" y="441957"/>
                    <a:pt x="368297" y="441957"/>
                  </a:cubicBezTo>
                  <a:cubicBezTo>
                    <a:pt x="408951" y="441957"/>
                    <a:pt x="441957" y="408953"/>
                    <a:pt x="441957" y="368294"/>
                  </a:cubicBezTo>
                  <a:cubicBezTo>
                    <a:pt x="441957" y="327647"/>
                    <a:pt x="408951" y="294643"/>
                    <a:pt x="368297" y="29464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F62FF">
                    <a:alpha val="100000"/>
                  </a:srgbClr>
                </a:gs>
                <a:gs pos="100000">
                  <a:srgbClr val="3629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46050" y="98425"/>
              <a:ext cx="4445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160222">
            <a:off x="9838169" y="-1080048"/>
            <a:ext cx="5125808" cy="5125808"/>
            <a:chOff x="0" y="0"/>
            <a:chExt cx="736600" cy="736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86011" y="429"/>
                  </a:moveTo>
                  <a:lnTo>
                    <a:pt x="415652" y="58853"/>
                  </a:lnTo>
                  <a:cubicBezTo>
                    <a:pt x="438360" y="62325"/>
                    <a:pt x="460615" y="68279"/>
                    <a:pt x="482016" y="76631"/>
                  </a:cubicBezTo>
                  <a:lnTo>
                    <a:pt x="536896" y="40852"/>
                  </a:lnTo>
                  <a:cubicBezTo>
                    <a:pt x="547402" y="46262"/>
                    <a:pt x="557639" y="52174"/>
                    <a:pt x="567576" y="58574"/>
                  </a:cubicBezTo>
                  <a:lnTo>
                    <a:pt x="564034" y="123985"/>
                  </a:lnTo>
                  <a:cubicBezTo>
                    <a:pt x="581962" y="138346"/>
                    <a:pt x="598254" y="154633"/>
                    <a:pt x="612617" y="172565"/>
                  </a:cubicBezTo>
                  <a:lnTo>
                    <a:pt x="678031" y="169023"/>
                  </a:lnTo>
                  <a:cubicBezTo>
                    <a:pt x="684425" y="178965"/>
                    <a:pt x="690335" y="189200"/>
                    <a:pt x="695744" y="199699"/>
                  </a:cubicBezTo>
                  <a:lnTo>
                    <a:pt x="659969" y="254582"/>
                  </a:lnTo>
                  <a:cubicBezTo>
                    <a:pt x="668316" y="275985"/>
                    <a:pt x="674277" y="298239"/>
                    <a:pt x="677752" y="320940"/>
                  </a:cubicBezTo>
                  <a:lnTo>
                    <a:pt x="736173" y="350585"/>
                  </a:lnTo>
                  <a:cubicBezTo>
                    <a:pt x="736742" y="362381"/>
                    <a:pt x="736742" y="374206"/>
                    <a:pt x="736173" y="386015"/>
                  </a:cubicBezTo>
                  <a:lnTo>
                    <a:pt x="677752" y="415646"/>
                  </a:lnTo>
                  <a:cubicBezTo>
                    <a:pt x="674277" y="438361"/>
                    <a:pt x="668316" y="460615"/>
                    <a:pt x="659969" y="482018"/>
                  </a:cubicBezTo>
                  <a:lnTo>
                    <a:pt x="695744" y="536887"/>
                  </a:lnTo>
                  <a:cubicBezTo>
                    <a:pt x="690335" y="547401"/>
                    <a:pt x="684425" y="557635"/>
                    <a:pt x="678031" y="567577"/>
                  </a:cubicBezTo>
                  <a:lnTo>
                    <a:pt x="612617" y="564036"/>
                  </a:lnTo>
                  <a:cubicBezTo>
                    <a:pt x="598254" y="581953"/>
                    <a:pt x="581962" y="598254"/>
                    <a:pt x="564034" y="612616"/>
                  </a:cubicBezTo>
                  <a:lnTo>
                    <a:pt x="567576" y="678026"/>
                  </a:lnTo>
                  <a:cubicBezTo>
                    <a:pt x="557639" y="684426"/>
                    <a:pt x="547402" y="690324"/>
                    <a:pt x="536896" y="695734"/>
                  </a:cubicBezTo>
                  <a:lnTo>
                    <a:pt x="482016" y="659968"/>
                  </a:lnTo>
                  <a:cubicBezTo>
                    <a:pt x="460615" y="668307"/>
                    <a:pt x="438360" y="674275"/>
                    <a:pt x="415652" y="677747"/>
                  </a:cubicBezTo>
                  <a:lnTo>
                    <a:pt x="386011" y="736171"/>
                  </a:lnTo>
                  <a:cubicBezTo>
                    <a:pt x="374211" y="736743"/>
                    <a:pt x="362388" y="736743"/>
                    <a:pt x="350586" y="736171"/>
                  </a:cubicBezTo>
                  <a:lnTo>
                    <a:pt x="320946" y="677747"/>
                  </a:lnTo>
                  <a:cubicBezTo>
                    <a:pt x="298238" y="674275"/>
                    <a:pt x="275984" y="668307"/>
                    <a:pt x="254582" y="659968"/>
                  </a:cubicBezTo>
                  <a:lnTo>
                    <a:pt x="199705" y="695734"/>
                  </a:lnTo>
                  <a:cubicBezTo>
                    <a:pt x="189191" y="690324"/>
                    <a:pt x="178956" y="684426"/>
                    <a:pt x="169014" y="678026"/>
                  </a:cubicBezTo>
                  <a:lnTo>
                    <a:pt x="172570" y="612616"/>
                  </a:lnTo>
                  <a:cubicBezTo>
                    <a:pt x="154638" y="598254"/>
                    <a:pt x="138337" y="581953"/>
                    <a:pt x="123975" y="564036"/>
                  </a:cubicBezTo>
                  <a:lnTo>
                    <a:pt x="58565" y="567577"/>
                  </a:lnTo>
                  <a:cubicBezTo>
                    <a:pt x="52178" y="557635"/>
                    <a:pt x="46266" y="547401"/>
                    <a:pt x="40856" y="536887"/>
                  </a:cubicBezTo>
                  <a:lnTo>
                    <a:pt x="76622" y="482018"/>
                  </a:lnTo>
                  <a:cubicBezTo>
                    <a:pt x="68283" y="460615"/>
                    <a:pt x="62315" y="438361"/>
                    <a:pt x="58843" y="415646"/>
                  </a:cubicBezTo>
                  <a:lnTo>
                    <a:pt x="418" y="386015"/>
                  </a:lnTo>
                  <a:cubicBezTo>
                    <a:pt x="-139" y="374206"/>
                    <a:pt x="-139" y="362381"/>
                    <a:pt x="418" y="350585"/>
                  </a:cubicBezTo>
                  <a:lnTo>
                    <a:pt x="58843" y="320940"/>
                  </a:lnTo>
                  <a:cubicBezTo>
                    <a:pt x="62315" y="298239"/>
                    <a:pt x="68283" y="275985"/>
                    <a:pt x="76622" y="254582"/>
                  </a:cubicBezTo>
                  <a:lnTo>
                    <a:pt x="40856" y="199699"/>
                  </a:lnTo>
                  <a:cubicBezTo>
                    <a:pt x="46266" y="189200"/>
                    <a:pt x="52178" y="178965"/>
                    <a:pt x="58565" y="169023"/>
                  </a:cubicBezTo>
                  <a:lnTo>
                    <a:pt x="123975" y="172565"/>
                  </a:lnTo>
                  <a:cubicBezTo>
                    <a:pt x="138337" y="154633"/>
                    <a:pt x="154638" y="138346"/>
                    <a:pt x="172570" y="123985"/>
                  </a:cubicBezTo>
                  <a:lnTo>
                    <a:pt x="169014" y="58574"/>
                  </a:lnTo>
                  <a:cubicBezTo>
                    <a:pt x="178956" y="52174"/>
                    <a:pt x="189191" y="46262"/>
                    <a:pt x="199705" y="40852"/>
                  </a:cubicBezTo>
                  <a:lnTo>
                    <a:pt x="254582" y="76631"/>
                  </a:lnTo>
                  <a:cubicBezTo>
                    <a:pt x="275984" y="68279"/>
                    <a:pt x="298238" y="62325"/>
                    <a:pt x="320946" y="58853"/>
                  </a:cubicBezTo>
                  <a:lnTo>
                    <a:pt x="350586" y="429"/>
                  </a:lnTo>
                  <a:cubicBezTo>
                    <a:pt x="362388" y="-143"/>
                    <a:pt x="374211" y="-143"/>
                    <a:pt x="386011" y="429"/>
                  </a:cubicBezTo>
                  <a:close/>
                  <a:moveTo>
                    <a:pt x="368299" y="189701"/>
                  </a:moveTo>
                  <a:cubicBezTo>
                    <a:pt x="269726" y="189701"/>
                    <a:pt x="189708" y="269725"/>
                    <a:pt x="189708" y="368294"/>
                  </a:cubicBezTo>
                  <a:cubicBezTo>
                    <a:pt x="189708" y="466876"/>
                    <a:pt x="269726" y="546899"/>
                    <a:pt x="368299" y="546899"/>
                  </a:cubicBezTo>
                  <a:cubicBezTo>
                    <a:pt x="466870" y="546899"/>
                    <a:pt x="546898" y="466876"/>
                    <a:pt x="546898" y="368294"/>
                  </a:cubicBezTo>
                  <a:cubicBezTo>
                    <a:pt x="546898" y="269725"/>
                    <a:pt x="466870" y="189701"/>
                    <a:pt x="368299" y="18970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F62FF">
                    <a:alpha val="100000"/>
                  </a:srgbClr>
                </a:gs>
                <a:gs pos="100000">
                  <a:srgbClr val="3629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84150" y="136525"/>
              <a:ext cx="3683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764709" y="2958693"/>
            <a:ext cx="10373116" cy="7328307"/>
          </a:xfrm>
          <a:custGeom>
            <a:avLst/>
            <a:gdLst/>
            <a:ahLst/>
            <a:cxnLst/>
            <a:rect r="r" b="b" t="t" l="l"/>
            <a:pathLst>
              <a:path h="7328307" w="10373116">
                <a:moveTo>
                  <a:pt x="0" y="0"/>
                </a:moveTo>
                <a:lnTo>
                  <a:pt x="10373116" y="0"/>
                </a:lnTo>
                <a:lnTo>
                  <a:pt x="10373116" y="7328307"/>
                </a:lnTo>
                <a:lnTo>
                  <a:pt x="0" y="732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00" t="-2681" r="0" b="-34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-216005" y="1388304"/>
            <a:ext cx="8261755" cy="253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1"/>
              </a:lnSpc>
            </a:pPr>
            <a:r>
              <a:rPr lang="en-US" sz="9609" spc="-3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Diagrama </a:t>
            </a:r>
            <a:r>
              <a:rPr lang="en-US" sz="9609" spc="-307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Atividade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B0752">
                <a:alpha val="100000"/>
              </a:srgbClr>
            </a:gs>
            <a:gs pos="33333">
              <a:srgbClr val="050C1A">
                <a:alpha val="100000"/>
              </a:srgbClr>
            </a:gs>
            <a:gs pos="66667">
              <a:srgbClr val="050C1A">
                <a:alpha val="100000"/>
              </a:srgbClr>
            </a:gs>
            <a:gs pos="100000">
              <a:srgbClr val="050C1A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79887" y="9571187"/>
            <a:ext cx="12728226" cy="117010"/>
            <a:chOff x="0" y="0"/>
            <a:chExt cx="16970968" cy="1560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TextBox 33" id="33"/>
          <p:cNvSpPr txBox="true"/>
          <p:nvPr/>
        </p:nvSpPr>
        <p:spPr>
          <a:xfrm rot="0">
            <a:off x="659456" y="841425"/>
            <a:ext cx="7231270" cy="171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6"/>
              </a:lnSpc>
            </a:pPr>
            <a:r>
              <a:rPr lang="en-US" sz="6516" spc="-208">
                <a:solidFill>
                  <a:srgbClr val="E9DEDB"/>
                </a:solidFill>
                <a:latin typeface="DM Sans"/>
                <a:ea typeface="DM Sans"/>
                <a:cs typeface="DM Sans"/>
                <a:sym typeface="DM Sans"/>
              </a:rPr>
              <a:t>10 User Stories </a:t>
            </a:r>
            <a:r>
              <a:rPr lang="en-US" sz="6516" spc="-208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+ Validação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7521" y="2749501"/>
            <a:ext cx="7880460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operador, quero registrar vendas para atender clientes rapidamente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Deve permitir leitura de código de barras</a:t>
            </a:r>
          </a:p>
          <a:p>
            <a:pPr algn="l">
              <a:lnSpc>
                <a:spcPts val="2874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582591" y="4623575"/>
            <a:ext cx="7477768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operador, quero buscar produtos manualmente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Deve permitir busca por nome ou código</a:t>
            </a: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323930" y="5933495"/>
            <a:ext cx="7841359" cy="1378774"/>
            <a:chOff x="0" y="0"/>
            <a:chExt cx="1424171" cy="2504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55242" y="6240473"/>
            <a:ext cx="7025005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operador, quero buscar produtos manualmente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Deve permitir busca por nome ou código</a:t>
            </a: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400796" y="7517576"/>
            <a:ext cx="7841359" cy="1378774"/>
            <a:chOff x="0" y="0"/>
            <a:chExt cx="1424171" cy="25041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32107" y="7824555"/>
            <a:ext cx="6260447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operador, quero remover itens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Atualizar valor total automaticamente</a:t>
            </a:r>
          </a:p>
          <a:p>
            <a:pPr algn="l">
              <a:lnSpc>
                <a:spcPts val="2874"/>
              </a:lnSpc>
            </a:pP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8665350" y="158338"/>
            <a:ext cx="7841359" cy="1378774"/>
            <a:chOff x="0" y="0"/>
            <a:chExt cx="1424171" cy="2504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996662" y="465317"/>
            <a:ext cx="6260447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cliente, quero ver o total da compra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Deve ser atualizado em tempo real</a:t>
            </a:r>
          </a:p>
          <a:p>
            <a:pPr algn="l">
              <a:lnSpc>
                <a:spcPts val="2874"/>
              </a:lnSpc>
            </a:pP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8665350" y="1899062"/>
            <a:ext cx="7841359" cy="1378774"/>
            <a:chOff x="0" y="0"/>
            <a:chExt cx="1424171" cy="25041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8996662" y="2129841"/>
            <a:ext cx="6260447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cliente, quero pagar de várias formas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Aceitar Pix, cartão e dinheiro</a:t>
            </a: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52" id="52"/>
          <p:cNvGrpSpPr/>
          <p:nvPr/>
        </p:nvGrpSpPr>
        <p:grpSpPr>
          <a:xfrm rot="0">
            <a:off x="8543188" y="3544536"/>
            <a:ext cx="7841359" cy="1378774"/>
            <a:chOff x="0" y="0"/>
            <a:chExt cx="1424171" cy="25041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8874499" y="3775314"/>
            <a:ext cx="7047526" cy="70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sistema, quero calcular total com desconto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Aplicar promoções automaticamente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8477583" y="5266209"/>
            <a:ext cx="7841359" cy="1378774"/>
            <a:chOff x="0" y="0"/>
            <a:chExt cx="1424171" cy="25041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8808894" y="5496988"/>
            <a:ext cx="7047526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logista, quero cadastrar produtos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Sa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lvar nome, preço e quantidade</a:t>
            </a: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60" id="60"/>
          <p:cNvGrpSpPr/>
          <p:nvPr/>
        </p:nvGrpSpPr>
        <p:grpSpPr>
          <a:xfrm rot="0">
            <a:off x="8477583" y="6911683"/>
            <a:ext cx="7841359" cy="1378774"/>
            <a:chOff x="0" y="0"/>
            <a:chExt cx="1424171" cy="25041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8808894" y="7142462"/>
            <a:ext cx="7047526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logista, quero controlar estoque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Atua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lizar após venda</a:t>
            </a: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64" id="64"/>
          <p:cNvGrpSpPr/>
          <p:nvPr/>
        </p:nvGrpSpPr>
        <p:grpSpPr>
          <a:xfrm rot="0">
            <a:off x="323930" y="2684788"/>
            <a:ext cx="7841359" cy="1378774"/>
            <a:chOff x="0" y="0"/>
            <a:chExt cx="1424171" cy="25041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23930" y="4316596"/>
            <a:ext cx="7841359" cy="1378774"/>
            <a:chOff x="0" y="0"/>
            <a:chExt cx="1424171" cy="25041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B0752">
                <a:alpha val="100000"/>
              </a:srgbClr>
            </a:gs>
            <a:gs pos="33333">
              <a:srgbClr val="050C1A">
                <a:alpha val="100000"/>
              </a:srgbClr>
            </a:gs>
            <a:gs pos="66667">
              <a:srgbClr val="050C1A">
                <a:alpha val="100000"/>
              </a:srgbClr>
            </a:gs>
            <a:gs pos="100000">
              <a:srgbClr val="050C1A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79887" y="9571187"/>
            <a:ext cx="12728226" cy="117010"/>
            <a:chOff x="0" y="0"/>
            <a:chExt cx="16970968" cy="1560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TextBox 33" id="33"/>
          <p:cNvSpPr txBox="true"/>
          <p:nvPr/>
        </p:nvSpPr>
        <p:spPr>
          <a:xfrm rot="0">
            <a:off x="4627751" y="1720025"/>
            <a:ext cx="7231270" cy="171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6"/>
              </a:lnSpc>
            </a:pPr>
            <a:r>
              <a:rPr lang="en-US" sz="6516" spc="-208">
                <a:solidFill>
                  <a:srgbClr val="E9DEDB"/>
                </a:solidFill>
                <a:latin typeface="DM Sans"/>
                <a:ea typeface="DM Sans"/>
                <a:cs typeface="DM Sans"/>
                <a:sym typeface="DM Sans"/>
              </a:rPr>
              <a:t>10 User Stories </a:t>
            </a:r>
            <a:r>
              <a:rPr lang="en-US" sz="6516" spc="-208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+ Validação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1111" y="4407577"/>
            <a:ext cx="7880460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gerente, quero ver relatórios</a:t>
            </a:r>
          </a:p>
          <a:p>
            <a:pPr algn="just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Filtrar por período</a:t>
            </a:r>
          </a:p>
          <a:p>
            <a:pPr algn="just">
              <a:lnSpc>
                <a:spcPts val="2874"/>
              </a:lnSpc>
            </a:pPr>
          </a:p>
          <a:p>
            <a:pPr algn="just">
              <a:lnSpc>
                <a:spcPts val="2874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425784" y="4588552"/>
            <a:ext cx="7477768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Como administrador, quero gerenciar usuários</a:t>
            </a:r>
          </a:p>
          <a:p>
            <a:pPr algn="l" marL="443317" indent="-221658" lvl="1">
              <a:lnSpc>
                <a:spcPts val="2874"/>
              </a:lnSpc>
              <a:buFont typeface="Arial"/>
              <a:buChar char="•"/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Definir permissões por perfil</a:t>
            </a:r>
          </a:p>
          <a:p>
            <a:pPr algn="l">
              <a:lnSpc>
                <a:spcPts val="2874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707071" y="4281574"/>
            <a:ext cx="7841359" cy="1378774"/>
            <a:chOff x="0" y="0"/>
            <a:chExt cx="1424171" cy="2504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62193" y="4281574"/>
            <a:ext cx="7841359" cy="1378774"/>
            <a:chOff x="0" y="0"/>
            <a:chExt cx="1424171" cy="2504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966160"/>
            <a:ext cx="18288000" cy="5509583"/>
            <a:chOff x="0" y="0"/>
            <a:chExt cx="5380060" cy="16208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0060" cy="1620838"/>
            </a:xfrm>
            <a:custGeom>
              <a:avLst/>
              <a:gdLst/>
              <a:ahLst/>
              <a:cxnLst/>
              <a:rect r="r" b="b" t="t" l="l"/>
              <a:pathLst>
                <a:path h="1620838" w="5380060">
                  <a:moveTo>
                    <a:pt x="0" y="0"/>
                  </a:moveTo>
                  <a:lnTo>
                    <a:pt x="5380060" y="0"/>
                  </a:lnTo>
                  <a:lnTo>
                    <a:pt x="5380060" y="1620838"/>
                  </a:lnTo>
                  <a:lnTo>
                    <a:pt x="0" y="1620838"/>
                  </a:ln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100000"/>
                  </a:srgbClr>
                </a:gs>
                <a:gs pos="33333">
                  <a:srgbClr val="050C1A">
                    <a:alpha val="100000"/>
                  </a:srgbClr>
                </a:gs>
                <a:gs pos="66667">
                  <a:srgbClr val="050C1A">
                    <a:alpha val="100000"/>
                  </a:srgbClr>
                </a:gs>
                <a:gs pos="100000">
                  <a:srgbClr val="050C1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80060" cy="1668463"/>
            </a:xfrm>
            <a:prstGeom prst="rect">
              <a:avLst/>
            </a:prstGeom>
          </p:spPr>
          <p:txBody>
            <a:bodyPr anchor="ctr" rtlCol="false" tIns="45480" lIns="45480" bIns="45480" rIns="4548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8960958" y="5500397"/>
            <a:ext cx="0" cy="3871148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B8B8B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591863" y="285750"/>
            <a:ext cx="4697041" cy="4505325"/>
            <a:chOff x="0" y="0"/>
            <a:chExt cx="622300" cy="596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100000"/>
                  </a:srgbClr>
                </a:gs>
                <a:gs pos="100000">
                  <a:srgbClr val="6F62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79375"/>
              <a:ext cx="6223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904" y="285750"/>
            <a:ext cx="4697041" cy="4505325"/>
            <a:chOff x="0" y="0"/>
            <a:chExt cx="622300" cy="596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100000"/>
                  </a:srgbClr>
                </a:gs>
                <a:gs pos="100000">
                  <a:srgbClr val="6F62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79375"/>
              <a:ext cx="6223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79887" y="9615163"/>
            <a:ext cx="12728226" cy="117010"/>
            <a:chOff x="0" y="0"/>
            <a:chExt cx="16970968" cy="15601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TextBox 43" id="43"/>
          <p:cNvSpPr txBox="true"/>
          <p:nvPr/>
        </p:nvSpPr>
        <p:spPr>
          <a:xfrm rot="0">
            <a:off x="4967362" y="1434127"/>
            <a:ext cx="7987192" cy="253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1"/>
              </a:lnSpc>
            </a:pPr>
            <a:r>
              <a:rPr lang="en-US" sz="9609" spc="-3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Metodologia</a:t>
            </a:r>
          </a:p>
          <a:p>
            <a:pPr algn="ctr">
              <a:lnSpc>
                <a:spcPts val="9801"/>
              </a:lnSpc>
            </a:pPr>
            <a:r>
              <a:rPr lang="en-US" sz="9609" spc="-307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Scrum (Ágil)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77266" y="5500397"/>
            <a:ext cx="7841359" cy="1378774"/>
            <a:chOff x="0" y="0"/>
            <a:chExt cx="1424171" cy="2504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28700" y="5938228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Permite entregas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ráp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idas (sprints)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77266" y="7320165"/>
            <a:ext cx="7841359" cy="1378774"/>
            <a:chOff x="0" y="0"/>
            <a:chExt cx="1424171" cy="25041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28700" y="7635579"/>
            <a:ext cx="7047526" cy="70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Fácil adaptação a m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udanç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as</a:t>
            </a:r>
          </a:p>
          <a:p>
            <a:pPr algn="ctr">
              <a:lnSpc>
                <a:spcPts val="2874"/>
              </a:lnSpc>
            </a:pPr>
          </a:p>
        </p:txBody>
      </p:sp>
      <p:grpSp>
        <p:nvGrpSpPr>
          <p:cNvPr name="Group 52" id="52"/>
          <p:cNvGrpSpPr/>
          <p:nvPr/>
        </p:nvGrpSpPr>
        <p:grpSpPr>
          <a:xfrm rot="0">
            <a:off x="9671184" y="5500397"/>
            <a:ext cx="7841359" cy="1378774"/>
            <a:chOff x="0" y="0"/>
            <a:chExt cx="1424171" cy="25041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842021" y="5757253"/>
            <a:ext cx="7047526" cy="70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Melhor organização em equipe</a:t>
            </a:r>
          </a:p>
          <a:p>
            <a:pPr algn="ctr">
              <a:lnSpc>
                <a:spcPts val="2874"/>
              </a:lnSpc>
            </a:pPr>
          </a:p>
        </p:txBody>
      </p:sp>
      <p:grpSp>
        <p:nvGrpSpPr>
          <p:cNvPr name="Group 56" id="56"/>
          <p:cNvGrpSpPr/>
          <p:nvPr/>
        </p:nvGrpSpPr>
        <p:grpSpPr>
          <a:xfrm rot="0">
            <a:off x="9615942" y="7320165"/>
            <a:ext cx="7841359" cy="1378774"/>
            <a:chOff x="0" y="0"/>
            <a:chExt cx="1424171" cy="25041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24171" cy="250417"/>
            </a:xfrm>
            <a:custGeom>
              <a:avLst/>
              <a:gdLst/>
              <a:ahLst/>
              <a:cxnLst/>
              <a:rect r="r" b="b" t="t" l="l"/>
              <a:pathLst>
                <a:path h="250417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91178"/>
                  </a:lnTo>
                  <a:cubicBezTo>
                    <a:pt x="1424171" y="223895"/>
                    <a:pt x="1397648" y="250417"/>
                    <a:pt x="1364931" y="250417"/>
                  </a:cubicBezTo>
                  <a:lnTo>
                    <a:pt x="59239" y="250417"/>
                  </a:lnTo>
                  <a:cubicBezTo>
                    <a:pt x="26522" y="250417"/>
                    <a:pt x="0" y="223895"/>
                    <a:pt x="0" y="191178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424171" cy="29804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842021" y="7635579"/>
            <a:ext cx="7047526" cy="70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Feedback constante</a:t>
            </a:r>
          </a:p>
          <a:p>
            <a:pPr algn="ctr">
              <a:lnSpc>
                <a:spcPts val="287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966160"/>
            <a:ext cx="18288000" cy="5509583"/>
            <a:chOff x="0" y="0"/>
            <a:chExt cx="5380060" cy="16208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0060" cy="1620838"/>
            </a:xfrm>
            <a:custGeom>
              <a:avLst/>
              <a:gdLst/>
              <a:ahLst/>
              <a:cxnLst/>
              <a:rect r="r" b="b" t="t" l="l"/>
              <a:pathLst>
                <a:path h="1620838" w="5380060">
                  <a:moveTo>
                    <a:pt x="0" y="0"/>
                  </a:moveTo>
                  <a:lnTo>
                    <a:pt x="5380060" y="0"/>
                  </a:lnTo>
                  <a:lnTo>
                    <a:pt x="5380060" y="1620838"/>
                  </a:lnTo>
                  <a:lnTo>
                    <a:pt x="0" y="1620838"/>
                  </a:ln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100000"/>
                  </a:srgbClr>
                </a:gs>
                <a:gs pos="33333">
                  <a:srgbClr val="050C1A">
                    <a:alpha val="100000"/>
                  </a:srgbClr>
                </a:gs>
                <a:gs pos="66667">
                  <a:srgbClr val="050C1A">
                    <a:alpha val="100000"/>
                  </a:srgbClr>
                </a:gs>
                <a:gs pos="100000">
                  <a:srgbClr val="050C1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80060" cy="1668463"/>
            </a:xfrm>
            <a:prstGeom prst="rect">
              <a:avLst/>
            </a:prstGeom>
          </p:spPr>
          <p:txBody>
            <a:bodyPr anchor="ctr" rtlCol="false" tIns="45480" lIns="45480" bIns="45480" rIns="4548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8960958" y="5500397"/>
            <a:ext cx="0" cy="3871148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B8B8B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4209527" y="213185"/>
            <a:ext cx="4697041" cy="4505325"/>
            <a:chOff x="0" y="0"/>
            <a:chExt cx="622300" cy="596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100000"/>
                  </a:srgbClr>
                </a:gs>
                <a:gs pos="100000">
                  <a:srgbClr val="6F62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79375"/>
              <a:ext cx="6223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617335" y="285750"/>
            <a:ext cx="4697041" cy="4505325"/>
            <a:chOff x="0" y="0"/>
            <a:chExt cx="622300" cy="596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100000"/>
                  </a:srgbClr>
                </a:gs>
                <a:gs pos="100000">
                  <a:srgbClr val="6F62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79375"/>
              <a:ext cx="6223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79887" y="9948538"/>
            <a:ext cx="12728226" cy="117010"/>
            <a:chOff x="0" y="0"/>
            <a:chExt cx="16970968" cy="15601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B8B8B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45000"/>
                    </a:srgbClr>
                  </a:gs>
                  <a:gs pos="100000">
                    <a:srgbClr val="6F62FF">
                      <a:alpha val="18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TextBox 43" id="43"/>
          <p:cNvSpPr txBox="true"/>
          <p:nvPr/>
        </p:nvSpPr>
        <p:spPr>
          <a:xfrm rot="0">
            <a:off x="4441040" y="747061"/>
            <a:ext cx="9407154" cy="3780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1"/>
              </a:lnSpc>
            </a:pPr>
            <a:r>
              <a:rPr lang="en-US" sz="9609" spc="-3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Arquitetura</a:t>
            </a:r>
          </a:p>
          <a:p>
            <a:pPr algn="ctr">
              <a:lnSpc>
                <a:spcPts val="9801"/>
              </a:lnSpc>
            </a:pPr>
            <a:r>
              <a:rPr lang="en-US" sz="9609" spc="-307">
                <a:gradFill>
                  <a:gsLst>
                    <a:gs pos="0">
                      <a:srgbClr val="6F62FF">
                        <a:alpha val="100000"/>
                      </a:srgbClr>
                    </a:gs>
                    <a:gs pos="100000">
                      <a:srgbClr val="3629D1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Cliente-Servidor (3 Camadas)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83460" y="5333299"/>
            <a:ext cx="7841359" cy="924108"/>
            <a:chOff x="0" y="0"/>
            <a:chExt cx="1424171" cy="1678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24171" cy="167839"/>
            </a:xfrm>
            <a:custGeom>
              <a:avLst/>
              <a:gdLst/>
              <a:ahLst/>
              <a:cxnLst/>
              <a:rect r="r" b="b" t="t" l="l"/>
              <a:pathLst>
                <a:path h="167839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08600"/>
                  </a:lnTo>
                  <a:cubicBezTo>
                    <a:pt x="1424171" y="141317"/>
                    <a:pt x="1397648" y="167839"/>
                    <a:pt x="1364931" y="167839"/>
                  </a:cubicBezTo>
                  <a:lnTo>
                    <a:pt x="59239" y="167839"/>
                  </a:lnTo>
                  <a:cubicBezTo>
                    <a:pt x="26522" y="167839"/>
                    <a:pt x="0" y="141317"/>
                    <a:pt x="0" y="108600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24171" cy="21546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9658" y="5632197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Apresentação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(Fronten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d): interface do PDV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383460" y="6417117"/>
            <a:ext cx="7841359" cy="924108"/>
            <a:chOff x="0" y="0"/>
            <a:chExt cx="1424171" cy="1678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24171" cy="167839"/>
            </a:xfrm>
            <a:custGeom>
              <a:avLst/>
              <a:gdLst/>
              <a:ahLst/>
              <a:cxnLst/>
              <a:rect r="r" b="b" t="t" l="l"/>
              <a:pathLst>
                <a:path h="167839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08600"/>
                  </a:lnTo>
                  <a:cubicBezTo>
                    <a:pt x="1424171" y="141317"/>
                    <a:pt x="1397648" y="167839"/>
                    <a:pt x="1364931" y="167839"/>
                  </a:cubicBezTo>
                  <a:lnTo>
                    <a:pt x="59239" y="167839"/>
                  </a:lnTo>
                  <a:cubicBezTo>
                    <a:pt x="26522" y="167839"/>
                    <a:pt x="0" y="141317"/>
                    <a:pt x="0" y="108600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424171" cy="21546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08396" y="6716015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Lógica (Backend): regras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de negócio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370447" y="7503149"/>
            <a:ext cx="7841359" cy="924108"/>
            <a:chOff x="0" y="0"/>
            <a:chExt cx="1424171" cy="1678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24171" cy="167839"/>
            </a:xfrm>
            <a:custGeom>
              <a:avLst/>
              <a:gdLst/>
              <a:ahLst/>
              <a:cxnLst/>
              <a:rect r="r" b="b" t="t" l="l"/>
              <a:pathLst>
                <a:path h="167839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08600"/>
                  </a:lnTo>
                  <a:cubicBezTo>
                    <a:pt x="1424171" y="141317"/>
                    <a:pt x="1397648" y="167839"/>
                    <a:pt x="1364931" y="167839"/>
                  </a:cubicBezTo>
                  <a:lnTo>
                    <a:pt x="59239" y="167839"/>
                  </a:lnTo>
                  <a:cubicBezTo>
                    <a:pt x="26522" y="167839"/>
                    <a:pt x="0" y="141317"/>
                    <a:pt x="0" y="108600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424171" cy="21546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95383" y="7802047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Dados (Banco): armazenamento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716979" y="5333299"/>
            <a:ext cx="7841359" cy="924108"/>
            <a:chOff x="0" y="0"/>
            <a:chExt cx="1424171" cy="1678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24171" cy="167839"/>
            </a:xfrm>
            <a:custGeom>
              <a:avLst/>
              <a:gdLst/>
              <a:ahLst/>
              <a:cxnLst/>
              <a:rect r="r" b="b" t="t" l="l"/>
              <a:pathLst>
                <a:path h="167839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08600"/>
                  </a:lnTo>
                  <a:cubicBezTo>
                    <a:pt x="1424171" y="141317"/>
                    <a:pt x="1397648" y="167839"/>
                    <a:pt x="1364931" y="167839"/>
                  </a:cubicBezTo>
                  <a:lnTo>
                    <a:pt x="59239" y="167839"/>
                  </a:lnTo>
                  <a:cubicBezTo>
                    <a:pt x="26522" y="167839"/>
                    <a:pt x="0" y="141317"/>
                    <a:pt x="0" y="108600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424171" cy="21546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443178" y="5632197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Organização do sistema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716979" y="6417117"/>
            <a:ext cx="7841359" cy="924108"/>
            <a:chOff x="0" y="0"/>
            <a:chExt cx="1424171" cy="1678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24171" cy="167839"/>
            </a:xfrm>
            <a:custGeom>
              <a:avLst/>
              <a:gdLst/>
              <a:ahLst/>
              <a:cxnLst/>
              <a:rect r="r" b="b" t="t" l="l"/>
              <a:pathLst>
                <a:path h="167839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08600"/>
                  </a:lnTo>
                  <a:cubicBezTo>
                    <a:pt x="1424171" y="141317"/>
                    <a:pt x="1397648" y="167839"/>
                    <a:pt x="1364931" y="167839"/>
                  </a:cubicBezTo>
                  <a:lnTo>
                    <a:pt x="59239" y="167839"/>
                  </a:lnTo>
                  <a:cubicBezTo>
                    <a:pt x="26522" y="167839"/>
                    <a:pt x="0" y="141317"/>
                    <a:pt x="0" y="108600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424171" cy="21546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541916" y="6716015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Facilita manutenção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703967" y="7503149"/>
            <a:ext cx="7841359" cy="924108"/>
            <a:chOff x="0" y="0"/>
            <a:chExt cx="1424171" cy="16783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24171" cy="167839"/>
            </a:xfrm>
            <a:custGeom>
              <a:avLst/>
              <a:gdLst/>
              <a:ahLst/>
              <a:cxnLst/>
              <a:rect r="r" b="b" t="t" l="l"/>
              <a:pathLst>
                <a:path h="167839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08600"/>
                  </a:lnTo>
                  <a:cubicBezTo>
                    <a:pt x="1424171" y="141317"/>
                    <a:pt x="1397648" y="167839"/>
                    <a:pt x="1364931" y="167839"/>
                  </a:cubicBezTo>
                  <a:lnTo>
                    <a:pt x="59239" y="167839"/>
                  </a:lnTo>
                  <a:cubicBezTo>
                    <a:pt x="26522" y="167839"/>
                    <a:pt x="0" y="141317"/>
                    <a:pt x="0" y="108600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424171" cy="21546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528903" y="7802047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Escal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ável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716979" y="8589182"/>
            <a:ext cx="7841359" cy="924108"/>
            <a:chOff x="0" y="0"/>
            <a:chExt cx="1424171" cy="1678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24171" cy="167839"/>
            </a:xfrm>
            <a:custGeom>
              <a:avLst/>
              <a:gdLst/>
              <a:ahLst/>
              <a:cxnLst/>
              <a:rect r="r" b="b" t="t" l="l"/>
              <a:pathLst>
                <a:path h="167839" w="1424171">
                  <a:moveTo>
                    <a:pt x="59239" y="0"/>
                  </a:moveTo>
                  <a:lnTo>
                    <a:pt x="1364931" y="0"/>
                  </a:lnTo>
                  <a:cubicBezTo>
                    <a:pt x="1397648" y="0"/>
                    <a:pt x="1424171" y="26522"/>
                    <a:pt x="1424171" y="59239"/>
                  </a:cubicBezTo>
                  <a:lnTo>
                    <a:pt x="1424171" y="108600"/>
                  </a:lnTo>
                  <a:cubicBezTo>
                    <a:pt x="1424171" y="141317"/>
                    <a:pt x="1397648" y="167839"/>
                    <a:pt x="1364931" y="167839"/>
                  </a:cubicBezTo>
                  <a:lnTo>
                    <a:pt x="59239" y="167839"/>
                  </a:lnTo>
                  <a:cubicBezTo>
                    <a:pt x="26522" y="167839"/>
                    <a:pt x="0" y="141317"/>
                    <a:pt x="0" y="108600"/>
                  </a:cubicBezTo>
                  <a:lnTo>
                    <a:pt x="0" y="59239"/>
                  </a:lnTo>
                  <a:cubicBezTo>
                    <a:pt x="0" y="26522"/>
                    <a:pt x="26522" y="0"/>
                    <a:pt x="592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424171" cy="215464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541916" y="8888080"/>
            <a:ext cx="7047526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Segurança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 melhor d</a:t>
            </a:r>
            <a:r>
              <a:rPr lang="en-US" sz="2053" spc="84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istribuída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01204" y="1028700"/>
            <a:ext cx="858096" cy="861179"/>
            <a:chOff x="0" y="0"/>
            <a:chExt cx="1144128" cy="114823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44128" cy="1148239"/>
              <a:chOff x="0" y="0"/>
              <a:chExt cx="252439" cy="25334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13170" y="115703"/>
              <a:ext cx="917789" cy="916832"/>
              <a:chOff x="0" y="0"/>
              <a:chExt cx="202500" cy="2022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5400000">
              <a:off x="360909" y="329892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0" y="0"/>
                  </a:lnTo>
                  <a:lnTo>
                    <a:pt x="422310" y="488455"/>
                  </a:lnTo>
                  <a:lnTo>
                    <a:pt x="0" y="4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909365" y="1238835"/>
            <a:ext cx="6469270" cy="87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4"/>
              </a:lnSpc>
            </a:pPr>
            <a:r>
              <a:rPr lang="en-US" sz="6416" spc="-20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Nomes </a:t>
            </a:r>
            <a:r>
              <a:rPr lang="en-US" sz="6416" spc="-205">
                <a:gradFill>
                  <a:gsLst>
                    <a:gs pos="0">
                      <a:srgbClr val="3629D1">
                        <a:alpha val="100000"/>
                      </a:srgbClr>
                    </a:gs>
                    <a:gs pos="100000">
                      <a:srgbClr val="6F62FF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Involvidos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19989" y="3681518"/>
            <a:ext cx="4701785" cy="4750513"/>
            <a:chOff x="0" y="0"/>
            <a:chExt cx="853952" cy="8628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3952" cy="862802"/>
            </a:xfrm>
            <a:custGeom>
              <a:avLst/>
              <a:gdLst/>
              <a:ahLst/>
              <a:cxnLst/>
              <a:rect r="r" b="b" t="t" l="l"/>
              <a:pathLst>
                <a:path h="862802" w="853952">
                  <a:moveTo>
                    <a:pt x="98795" y="0"/>
                  </a:moveTo>
                  <a:lnTo>
                    <a:pt x="755156" y="0"/>
                  </a:lnTo>
                  <a:cubicBezTo>
                    <a:pt x="781359" y="0"/>
                    <a:pt x="806488" y="10409"/>
                    <a:pt x="825015" y="28937"/>
                  </a:cubicBezTo>
                  <a:cubicBezTo>
                    <a:pt x="843543" y="47464"/>
                    <a:pt x="853952" y="72593"/>
                    <a:pt x="853952" y="98795"/>
                  </a:cubicBezTo>
                  <a:lnTo>
                    <a:pt x="853952" y="764007"/>
                  </a:lnTo>
                  <a:cubicBezTo>
                    <a:pt x="853952" y="790209"/>
                    <a:pt x="843543" y="815338"/>
                    <a:pt x="825015" y="833866"/>
                  </a:cubicBezTo>
                  <a:cubicBezTo>
                    <a:pt x="806488" y="852393"/>
                    <a:pt x="781359" y="862802"/>
                    <a:pt x="755156" y="862802"/>
                  </a:cubicBezTo>
                  <a:lnTo>
                    <a:pt x="98795" y="862802"/>
                  </a:lnTo>
                  <a:cubicBezTo>
                    <a:pt x="72593" y="862802"/>
                    <a:pt x="47464" y="852393"/>
                    <a:pt x="28937" y="833866"/>
                  </a:cubicBezTo>
                  <a:cubicBezTo>
                    <a:pt x="10409" y="815338"/>
                    <a:pt x="0" y="790209"/>
                    <a:pt x="0" y="764007"/>
                  </a:cubicBezTo>
                  <a:lnTo>
                    <a:pt x="0" y="98795"/>
                  </a:lnTo>
                  <a:cubicBezTo>
                    <a:pt x="0" y="72593"/>
                    <a:pt x="10409" y="47464"/>
                    <a:pt x="28937" y="28937"/>
                  </a:cubicBezTo>
                  <a:cubicBezTo>
                    <a:pt x="47464" y="10409"/>
                    <a:pt x="72593" y="0"/>
                    <a:pt x="987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100000"/>
                  </a:srgbClr>
                </a:gs>
                <a:gs pos="33333">
                  <a:srgbClr val="050C1A">
                    <a:alpha val="100000"/>
                  </a:srgbClr>
                </a:gs>
                <a:gs pos="66667">
                  <a:srgbClr val="050C1A">
                    <a:alpha val="100000"/>
                  </a:srgbClr>
                </a:gs>
                <a:gs pos="100000">
                  <a:srgbClr val="050C1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53952" cy="910427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8329">
            <a:off x="16346562" y="3873566"/>
            <a:ext cx="3997009" cy="4201437"/>
            <a:chOff x="0" y="0"/>
            <a:chExt cx="725949" cy="7630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5949" cy="763077"/>
            </a:xfrm>
            <a:custGeom>
              <a:avLst/>
              <a:gdLst/>
              <a:ahLst/>
              <a:cxnLst/>
              <a:rect r="r" b="b" t="t" l="l"/>
              <a:pathLst>
                <a:path h="763077" w="725949">
                  <a:moveTo>
                    <a:pt x="116216" y="0"/>
                  </a:moveTo>
                  <a:lnTo>
                    <a:pt x="609733" y="0"/>
                  </a:lnTo>
                  <a:cubicBezTo>
                    <a:pt x="673917" y="0"/>
                    <a:pt x="725949" y="52032"/>
                    <a:pt x="725949" y="116216"/>
                  </a:cubicBezTo>
                  <a:lnTo>
                    <a:pt x="725949" y="646862"/>
                  </a:lnTo>
                  <a:cubicBezTo>
                    <a:pt x="725949" y="711046"/>
                    <a:pt x="673917" y="763077"/>
                    <a:pt x="609733" y="763077"/>
                  </a:cubicBezTo>
                  <a:lnTo>
                    <a:pt x="116216" y="763077"/>
                  </a:lnTo>
                  <a:cubicBezTo>
                    <a:pt x="85393" y="763077"/>
                    <a:pt x="55833" y="750833"/>
                    <a:pt x="34039" y="729039"/>
                  </a:cubicBezTo>
                  <a:cubicBezTo>
                    <a:pt x="12244" y="707244"/>
                    <a:pt x="0" y="677684"/>
                    <a:pt x="0" y="646862"/>
                  </a:cubicBezTo>
                  <a:lnTo>
                    <a:pt x="0" y="116216"/>
                  </a:lnTo>
                  <a:cubicBezTo>
                    <a:pt x="0" y="52032"/>
                    <a:pt x="52032" y="0"/>
                    <a:pt x="1162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85000"/>
                  </a:srgbClr>
                </a:gs>
                <a:gs pos="33333">
                  <a:srgbClr val="050C1A">
                    <a:alpha val="85000"/>
                  </a:srgbClr>
                </a:gs>
                <a:gs pos="66667">
                  <a:srgbClr val="050C1A">
                    <a:alpha val="85000"/>
                  </a:srgbClr>
                </a:gs>
                <a:gs pos="100000">
                  <a:srgbClr val="050C1A">
                    <a:alpha val="85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28050"/>
                    </a:srgbClr>
                  </a:gs>
                  <a:gs pos="50000">
                    <a:srgbClr val="C5DFFF">
                      <a:alpha val="39525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25949" cy="81070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302948">
            <a:off x="16959611" y="3604091"/>
            <a:ext cx="3997009" cy="4201437"/>
            <a:chOff x="0" y="0"/>
            <a:chExt cx="725949" cy="7630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5949" cy="763077"/>
            </a:xfrm>
            <a:custGeom>
              <a:avLst/>
              <a:gdLst/>
              <a:ahLst/>
              <a:cxnLst/>
              <a:rect r="r" b="b" t="t" l="l"/>
              <a:pathLst>
                <a:path h="763077" w="725949">
                  <a:moveTo>
                    <a:pt x="116216" y="0"/>
                  </a:moveTo>
                  <a:lnTo>
                    <a:pt x="609733" y="0"/>
                  </a:lnTo>
                  <a:cubicBezTo>
                    <a:pt x="673917" y="0"/>
                    <a:pt x="725949" y="52032"/>
                    <a:pt x="725949" y="116216"/>
                  </a:cubicBezTo>
                  <a:lnTo>
                    <a:pt x="725949" y="646862"/>
                  </a:lnTo>
                  <a:cubicBezTo>
                    <a:pt x="725949" y="711046"/>
                    <a:pt x="673917" y="763077"/>
                    <a:pt x="609733" y="763077"/>
                  </a:cubicBezTo>
                  <a:lnTo>
                    <a:pt x="116216" y="763077"/>
                  </a:lnTo>
                  <a:cubicBezTo>
                    <a:pt x="85393" y="763077"/>
                    <a:pt x="55833" y="750833"/>
                    <a:pt x="34039" y="729039"/>
                  </a:cubicBezTo>
                  <a:cubicBezTo>
                    <a:pt x="12244" y="707244"/>
                    <a:pt x="0" y="677684"/>
                    <a:pt x="0" y="646862"/>
                  </a:cubicBezTo>
                  <a:lnTo>
                    <a:pt x="0" y="116216"/>
                  </a:lnTo>
                  <a:cubicBezTo>
                    <a:pt x="0" y="52032"/>
                    <a:pt x="52032" y="0"/>
                    <a:pt x="1162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85000"/>
                  </a:srgbClr>
                </a:gs>
                <a:gs pos="33333">
                  <a:srgbClr val="050C1A">
                    <a:alpha val="85000"/>
                  </a:srgbClr>
                </a:gs>
                <a:gs pos="66667">
                  <a:srgbClr val="050C1A">
                    <a:alpha val="85000"/>
                  </a:srgbClr>
                </a:gs>
                <a:gs pos="100000">
                  <a:srgbClr val="050C1A">
                    <a:alpha val="85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28050"/>
                    </a:srgbClr>
                  </a:gs>
                  <a:gs pos="50000">
                    <a:srgbClr val="C5DFFF">
                      <a:alpha val="39525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25949" cy="81070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860052">
            <a:off x="-2416118" y="3547841"/>
            <a:ext cx="3997009" cy="4201437"/>
            <a:chOff x="0" y="0"/>
            <a:chExt cx="725949" cy="7630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5949" cy="763077"/>
            </a:xfrm>
            <a:custGeom>
              <a:avLst/>
              <a:gdLst/>
              <a:ahLst/>
              <a:cxnLst/>
              <a:rect r="r" b="b" t="t" l="l"/>
              <a:pathLst>
                <a:path h="763077" w="725949">
                  <a:moveTo>
                    <a:pt x="116216" y="0"/>
                  </a:moveTo>
                  <a:lnTo>
                    <a:pt x="609733" y="0"/>
                  </a:lnTo>
                  <a:cubicBezTo>
                    <a:pt x="673917" y="0"/>
                    <a:pt x="725949" y="52032"/>
                    <a:pt x="725949" y="116216"/>
                  </a:cubicBezTo>
                  <a:lnTo>
                    <a:pt x="725949" y="646862"/>
                  </a:lnTo>
                  <a:cubicBezTo>
                    <a:pt x="725949" y="711046"/>
                    <a:pt x="673917" y="763077"/>
                    <a:pt x="609733" y="763077"/>
                  </a:cubicBezTo>
                  <a:lnTo>
                    <a:pt x="116216" y="763077"/>
                  </a:lnTo>
                  <a:cubicBezTo>
                    <a:pt x="85393" y="763077"/>
                    <a:pt x="55833" y="750833"/>
                    <a:pt x="34039" y="729039"/>
                  </a:cubicBezTo>
                  <a:cubicBezTo>
                    <a:pt x="12244" y="707244"/>
                    <a:pt x="0" y="677684"/>
                    <a:pt x="0" y="646862"/>
                  </a:cubicBezTo>
                  <a:lnTo>
                    <a:pt x="0" y="116216"/>
                  </a:lnTo>
                  <a:cubicBezTo>
                    <a:pt x="0" y="52032"/>
                    <a:pt x="52032" y="0"/>
                    <a:pt x="1162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85000"/>
                  </a:srgbClr>
                </a:gs>
                <a:gs pos="33333">
                  <a:srgbClr val="050C1A">
                    <a:alpha val="85000"/>
                  </a:srgbClr>
                </a:gs>
                <a:gs pos="66667">
                  <a:srgbClr val="050C1A">
                    <a:alpha val="85000"/>
                  </a:srgbClr>
                </a:gs>
                <a:gs pos="100000">
                  <a:srgbClr val="050C1A">
                    <a:alpha val="85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28050"/>
                    </a:srgbClr>
                  </a:gs>
                  <a:gs pos="50000">
                    <a:srgbClr val="C5DFFF">
                      <a:alpha val="39525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25949" cy="81070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379321">
            <a:off x="-2654821" y="3402723"/>
            <a:ext cx="3997009" cy="4201437"/>
            <a:chOff x="0" y="0"/>
            <a:chExt cx="725949" cy="7630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5949" cy="763077"/>
            </a:xfrm>
            <a:custGeom>
              <a:avLst/>
              <a:gdLst/>
              <a:ahLst/>
              <a:cxnLst/>
              <a:rect r="r" b="b" t="t" l="l"/>
              <a:pathLst>
                <a:path h="763077" w="725949">
                  <a:moveTo>
                    <a:pt x="116216" y="0"/>
                  </a:moveTo>
                  <a:lnTo>
                    <a:pt x="609733" y="0"/>
                  </a:lnTo>
                  <a:cubicBezTo>
                    <a:pt x="673917" y="0"/>
                    <a:pt x="725949" y="52032"/>
                    <a:pt x="725949" y="116216"/>
                  </a:cubicBezTo>
                  <a:lnTo>
                    <a:pt x="725949" y="646862"/>
                  </a:lnTo>
                  <a:cubicBezTo>
                    <a:pt x="725949" y="711046"/>
                    <a:pt x="673917" y="763077"/>
                    <a:pt x="609733" y="763077"/>
                  </a:cubicBezTo>
                  <a:lnTo>
                    <a:pt x="116216" y="763077"/>
                  </a:lnTo>
                  <a:cubicBezTo>
                    <a:pt x="85393" y="763077"/>
                    <a:pt x="55833" y="750833"/>
                    <a:pt x="34039" y="729039"/>
                  </a:cubicBezTo>
                  <a:cubicBezTo>
                    <a:pt x="12244" y="707244"/>
                    <a:pt x="0" y="677684"/>
                    <a:pt x="0" y="646862"/>
                  </a:cubicBezTo>
                  <a:lnTo>
                    <a:pt x="0" y="116216"/>
                  </a:lnTo>
                  <a:cubicBezTo>
                    <a:pt x="0" y="52032"/>
                    <a:pt x="52032" y="0"/>
                    <a:pt x="1162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85000"/>
                  </a:srgbClr>
                </a:gs>
                <a:gs pos="33333">
                  <a:srgbClr val="050C1A">
                    <a:alpha val="85000"/>
                  </a:srgbClr>
                </a:gs>
                <a:gs pos="66667">
                  <a:srgbClr val="050C1A">
                    <a:alpha val="85000"/>
                  </a:srgbClr>
                </a:gs>
                <a:gs pos="100000">
                  <a:srgbClr val="050C1A">
                    <a:alpha val="85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28050"/>
                    </a:srgbClr>
                  </a:gs>
                  <a:gs pos="50000">
                    <a:srgbClr val="C5DFFF">
                      <a:alpha val="39525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25949" cy="810702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66226" y="3681518"/>
            <a:ext cx="4701785" cy="4750513"/>
            <a:chOff x="0" y="0"/>
            <a:chExt cx="853952" cy="8628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952" cy="862802"/>
            </a:xfrm>
            <a:custGeom>
              <a:avLst/>
              <a:gdLst/>
              <a:ahLst/>
              <a:cxnLst/>
              <a:rect r="r" b="b" t="t" l="l"/>
              <a:pathLst>
                <a:path h="862802" w="853952">
                  <a:moveTo>
                    <a:pt x="98795" y="0"/>
                  </a:moveTo>
                  <a:lnTo>
                    <a:pt x="755156" y="0"/>
                  </a:lnTo>
                  <a:cubicBezTo>
                    <a:pt x="781359" y="0"/>
                    <a:pt x="806488" y="10409"/>
                    <a:pt x="825015" y="28937"/>
                  </a:cubicBezTo>
                  <a:cubicBezTo>
                    <a:pt x="843543" y="47464"/>
                    <a:pt x="853952" y="72593"/>
                    <a:pt x="853952" y="98795"/>
                  </a:cubicBezTo>
                  <a:lnTo>
                    <a:pt x="853952" y="764007"/>
                  </a:lnTo>
                  <a:cubicBezTo>
                    <a:pt x="853952" y="790209"/>
                    <a:pt x="843543" y="815338"/>
                    <a:pt x="825015" y="833866"/>
                  </a:cubicBezTo>
                  <a:cubicBezTo>
                    <a:pt x="806488" y="852393"/>
                    <a:pt x="781359" y="862802"/>
                    <a:pt x="755156" y="862802"/>
                  </a:cubicBezTo>
                  <a:lnTo>
                    <a:pt x="98795" y="862802"/>
                  </a:lnTo>
                  <a:cubicBezTo>
                    <a:pt x="72593" y="862802"/>
                    <a:pt x="47464" y="852393"/>
                    <a:pt x="28937" y="833866"/>
                  </a:cubicBezTo>
                  <a:cubicBezTo>
                    <a:pt x="10409" y="815338"/>
                    <a:pt x="0" y="790209"/>
                    <a:pt x="0" y="764007"/>
                  </a:cubicBezTo>
                  <a:lnTo>
                    <a:pt x="0" y="98795"/>
                  </a:lnTo>
                  <a:cubicBezTo>
                    <a:pt x="0" y="72593"/>
                    <a:pt x="10409" y="47464"/>
                    <a:pt x="28937" y="28937"/>
                  </a:cubicBezTo>
                  <a:cubicBezTo>
                    <a:pt x="47464" y="10409"/>
                    <a:pt x="72593" y="0"/>
                    <a:pt x="987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0752">
                    <a:alpha val="100000"/>
                  </a:srgbClr>
                </a:gs>
                <a:gs pos="33333">
                  <a:srgbClr val="050C1A">
                    <a:alpha val="100000"/>
                  </a:srgbClr>
                </a:gs>
                <a:gs pos="66667">
                  <a:srgbClr val="050C1A">
                    <a:alpha val="100000"/>
                  </a:srgbClr>
                </a:gs>
                <a:gs pos="100000">
                  <a:srgbClr val="050C1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53952" cy="910427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020376" y="7353651"/>
            <a:ext cx="603640" cy="605809"/>
            <a:chOff x="0" y="0"/>
            <a:chExt cx="804854" cy="807745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804854" cy="807745"/>
              <a:chOff x="0" y="0"/>
              <a:chExt cx="252439" cy="25334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79611" y="81393"/>
              <a:ext cx="645632" cy="644959"/>
              <a:chOff x="0" y="0"/>
              <a:chExt cx="202500" cy="20228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5400000">
              <a:off x="253887" y="232067"/>
              <a:ext cx="297081" cy="343611"/>
            </a:xfrm>
            <a:custGeom>
              <a:avLst/>
              <a:gdLst/>
              <a:ahLst/>
              <a:cxnLst/>
              <a:rect r="r" b="b" t="t" l="l"/>
              <a:pathLst>
                <a:path h="343611" w="297081">
                  <a:moveTo>
                    <a:pt x="0" y="0"/>
                  </a:moveTo>
                  <a:lnTo>
                    <a:pt x="297080" y="0"/>
                  </a:lnTo>
                  <a:lnTo>
                    <a:pt x="297080" y="343611"/>
                  </a:lnTo>
                  <a:lnTo>
                    <a:pt x="0" y="34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52887" y="7353651"/>
            <a:ext cx="603640" cy="605809"/>
            <a:chOff x="0" y="0"/>
            <a:chExt cx="804854" cy="807745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804854" cy="807745"/>
              <a:chOff x="0" y="0"/>
              <a:chExt cx="252439" cy="25334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79611" y="81393"/>
              <a:ext cx="645632" cy="644959"/>
              <a:chOff x="0" y="0"/>
              <a:chExt cx="202500" cy="20228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solidFill>
                <a:srgbClr val="4B3BFE"/>
              </a:solidFill>
              <a:ln w="9525" cap="sq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5400000">
              <a:off x="253887" y="232067"/>
              <a:ext cx="297081" cy="343611"/>
            </a:xfrm>
            <a:custGeom>
              <a:avLst/>
              <a:gdLst/>
              <a:ahLst/>
              <a:cxnLst/>
              <a:rect r="r" b="b" t="t" l="l"/>
              <a:pathLst>
                <a:path h="343611" w="297081">
                  <a:moveTo>
                    <a:pt x="0" y="0"/>
                  </a:moveTo>
                  <a:lnTo>
                    <a:pt x="297080" y="0"/>
                  </a:lnTo>
                  <a:lnTo>
                    <a:pt x="297080" y="343611"/>
                  </a:lnTo>
                  <a:lnTo>
                    <a:pt x="0" y="34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399130" y="3851518"/>
            <a:ext cx="4343503" cy="1142279"/>
            <a:chOff x="0" y="0"/>
            <a:chExt cx="788880" cy="207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8880" cy="207464"/>
            </a:xfrm>
            <a:custGeom>
              <a:avLst/>
              <a:gdLst/>
              <a:ahLst/>
              <a:cxnLst/>
              <a:rect r="r" b="b" t="t" l="l"/>
              <a:pathLst>
                <a:path h="207464" w="788880">
                  <a:moveTo>
                    <a:pt x="76644" y="0"/>
                  </a:moveTo>
                  <a:lnTo>
                    <a:pt x="712236" y="0"/>
                  </a:lnTo>
                  <a:cubicBezTo>
                    <a:pt x="732563" y="0"/>
                    <a:pt x="752058" y="8075"/>
                    <a:pt x="766431" y="22448"/>
                  </a:cubicBezTo>
                  <a:cubicBezTo>
                    <a:pt x="780805" y="36822"/>
                    <a:pt x="788880" y="56317"/>
                    <a:pt x="788880" y="76644"/>
                  </a:cubicBezTo>
                  <a:lnTo>
                    <a:pt x="788880" y="130820"/>
                  </a:lnTo>
                  <a:cubicBezTo>
                    <a:pt x="788880" y="173149"/>
                    <a:pt x="754565" y="207464"/>
                    <a:pt x="712236" y="207464"/>
                  </a:cubicBezTo>
                  <a:lnTo>
                    <a:pt x="76644" y="207464"/>
                  </a:lnTo>
                  <a:cubicBezTo>
                    <a:pt x="56317" y="207464"/>
                    <a:pt x="36822" y="199389"/>
                    <a:pt x="22448" y="185016"/>
                  </a:cubicBezTo>
                  <a:cubicBezTo>
                    <a:pt x="8075" y="170642"/>
                    <a:pt x="0" y="151147"/>
                    <a:pt x="0" y="130820"/>
                  </a:cubicBezTo>
                  <a:lnTo>
                    <a:pt x="0" y="76644"/>
                  </a:lnTo>
                  <a:cubicBezTo>
                    <a:pt x="0" y="56317"/>
                    <a:pt x="8075" y="36822"/>
                    <a:pt x="22448" y="22448"/>
                  </a:cubicBezTo>
                  <a:cubicBezTo>
                    <a:pt x="36822" y="8075"/>
                    <a:pt x="56317" y="0"/>
                    <a:pt x="766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F62FF">
                    <a:alpha val="100000"/>
                  </a:srgbClr>
                </a:gs>
                <a:gs pos="100000">
                  <a:srgbClr val="3629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88880" cy="255089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45367" y="3851518"/>
            <a:ext cx="4343503" cy="1142279"/>
            <a:chOff x="0" y="0"/>
            <a:chExt cx="788880" cy="2074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88880" cy="207464"/>
            </a:xfrm>
            <a:custGeom>
              <a:avLst/>
              <a:gdLst/>
              <a:ahLst/>
              <a:cxnLst/>
              <a:rect r="r" b="b" t="t" l="l"/>
              <a:pathLst>
                <a:path h="207464" w="788880">
                  <a:moveTo>
                    <a:pt x="76644" y="0"/>
                  </a:moveTo>
                  <a:lnTo>
                    <a:pt x="712236" y="0"/>
                  </a:lnTo>
                  <a:cubicBezTo>
                    <a:pt x="732563" y="0"/>
                    <a:pt x="752058" y="8075"/>
                    <a:pt x="766431" y="22448"/>
                  </a:cubicBezTo>
                  <a:cubicBezTo>
                    <a:pt x="780805" y="36822"/>
                    <a:pt x="788880" y="56317"/>
                    <a:pt x="788880" y="76644"/>
                  </a:cubicBezTo>
                  <a:lnTo>
                    <a:pt x="788880" y="130820"/>
                  </a:lnTo>
                  <a:cubicBezTo>
                    <a:pt x="788880" y="173149"/>
                    <a:pt x="754565" y="207464"/>
                    <a:pt x="712236" y="207464"/>
                  </a:cubicBezTo>
                  <a:lnTo>
                    <a:pt x="76644" y="207464"/>
                  </a:lnTo>
                  <a:cubicBezTo>
                    <a:pt x="56317" y="207464"/>
                    <a:pt x="36822" y="199389"/>
                    <a:pt x="22448" y="185016"/>
                  </a:cubicBezTo>
                  <a:cubicBezTo>
                    <a:pt x="8075" y="170642"/>
                    <a:pt x="0" y="151147"/>
                    <a:pt x="0" y="130820"/>
                  </a:cubicBezTo>
                  <a:lnTo>
                    <a:pt x="0" y="76644"/>
                  </a:lnTo>
                  <a:cubicBezTo>
                    <a:pt x="0" y="56317"/>
                    <a:pt x="8075" y="36822"/>
                    <a:pt x="22448" y="22448"/>
                  </a:cubicBezTo>
                  <a:cubicBezTo>
                    <a:pt x="36822" y="8075"/>
                    <a:pt x="56317" y="0"/>
                    <a:pt x="766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F62FF">
                    <a:alpha val="100000"/>
                  </a:srgbClr>
                </a:gs>
                <a:gs pos="100000">
                  <a:srgbClr val="3629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788880" cy="255089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5174652" y="5610460"/>
            <a:ext cx="2792459" cy="143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Camilli Dos Santos</a:t>
            </a:r>
          </a:p>
          <a:p>
            <a:pPr algn="ctr">
              <a:lnSpc>
                <a:spcPts val="2874"/>
              </a:lnSpc>
            </a:pPr>
          </a:p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 Ideias | Slides | Pesquisa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33208" y="5610460"/>
            <a:ext cx="3767819" cy="10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Jeanderson Silva</a:t>
            </a:r>
          </a:p>
          <a:p>
            <a:pPr algn="ctr">
              <a:lnSpc>
                <a:spcPts val="2874"/>
              </a:lnSpc>
            </a:pPr>
          </a:p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Ideias | Slides | Pesquisa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888239" y="4126476"/>
            <a:ext cx="3365287" cy="61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4523" spc="-14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Camilli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034475" y="4126476"/>
            <a:ext cx="3365287" cy="61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4523" spc="-14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Jean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779887" y="9466948"/>
            <a:ext cx="12728226" cy="117010"/>
            <a:chOff x="0" y="0"/>
            <a:chExt cx="16970968" cy="156014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1583348" cy="156014"/>
              <a:chOff x="0" y="0"/>
              <a:chExt cx="215679" cy="2125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8566045" y="0"/>
              <a:ext cx="1583348" cy="156014"/>
              <a:chOff x="0" y="0"/>
              <a:chExt cx="215679" cy="21252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700171" y="0"/>
              <a:ext cx="1583348" cy="156014"/>
              <a:chOff x="0" y="0"/>
              <a:chExt cx="215679" cy="2125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0266216" y="0"/>
              <a:ext cx="1583348" cy="156014"/>
              <a:chOff x="0" y="0"/>
              <a:chExt cx="215679" cy="21252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3407306" y="0"/>
              <a:ext cx="1583348" cy="156014"/>
              <a:chOff x="0" y="0"/>
              <a:chExt cx="215679" cy="21252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1973350" y="0"/>
              <a:ext cx="1583348" cy="156014"/>
              <a:chOff x="0" y="0"/>
              <a:chExt cx="215679" cy="21252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29D1">
                      <a:alpha val="100000"/>
                    </a:srgbClr>
                  </a:gs>
                  <a:gs pos="100000">
                    <a:srgbClr val="6F62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5114441" y="0"/>
              <a:ext cx="1583348" cy="156014"/>
              <a:chOff x="0" y="0"/>
              <a:chExt cx="215679" cy="2125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13680485" y="0"/>
              <a:ext cx="1583348" cy="156014"/>
              <a:chOff x="0" y="0"/>
              <a:chExt cx="215679" cy="21252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6821576" y="0"/>
              <a:ext cx="1583348" cy="156014"/>
              <a:chOff x="0" y="0"/>
              <a:chExt cx="215679" cy="21252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15387620" y="0"/>
              <a:ext cx="1583348" cy="156014"/>
              <a:chOff x="0" y="0"/>
              <a:chExt cx="215679" cy="21252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215679" cy="21252"/>
              </a:xfrm>
              <a:custGeom>
                <a:avLst/>
                <a:gdLst/>
                <a:ahLst/>
                <a:cxnLst/>
                <a:rect r="r" b="b" t="t" l="l"/>
                <a:pathLst>
                  <a:path h="21252" w="215679">
                    <a:moveTo>
                      <a:pt x="10626" y="0"/>
                    </a:moveTo>
                    <a:lnTo>
                      <a:pt x="205053" y="0"/>
                    </a:lnTo>
                    <a:cubicBezTo>
                      <a:pt x="210922" y="0"/>
                      <a:pt x="215679" y="4757"/>
                      <a:pt x="215679" y="10626"/>
                    </a:cubicBezTo>
                    <a:lnTo>
                      <a:pt x="215679" y="10626"/>
                    </a:lnTo>
                    <a:cubicBezTo>
                      <a:pt x="215679" y="16494"/>
                      <a:pt x="210922" y="21252"/>
                      <a:pt x="205053" y="21252"/>
                    </a:cubicBezTo>
                    <a:lnTo>
                      <a:pt x="10626" y="21252"/>
                    </a:lnTo>
                    <a:cubicBezTo>
                      <a:pt x="4757" y="21252"/>
                      <a:pt x="0" y="16494"/>
                      <a:pt x="0" y="10626"/>
                    </a:cubicBezTo>
                    <a:lnTo>
                      <a:pt x="0" y="10626"/>
                    </a:lnTo>
                    <a:cubicBezTo>
                      <a:pt x="0" y="4757"/>
                      <a:pt x="4757" y="0"/>
                      <a:pt x="10626" y="0"/>
                    </a:cubicBezTo>
                    <a:close/>
                  </a:path>
                </a:pathLst>
              </a:custGeom>
              <a:solidFill>
                <a:srgbClr val="A3A3A3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47625"/>
                <a:ext cx="215679" cy="68877"/>
              </a:xfrm>
              <a:prstGeom prst="rect">
                <a:avLst/>
              </a:prstGeom>
            </p:spPr>
            <p:txBody>
              <a:bodyPr anchor="ctr" rtlCol="false" tIns="95568" lIns="95568" bIns="95568" rIns="95568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</p:grpSp>
      <p:sp>
        <p:nvSpPr>
          <p:cNvPr name="AutoShape 86" id="86"/>
          <p:cNvSpPr/>
          <p:nvPr/>
        </p:nvSpPr>
        <p:spPr>
          <a:xfrm>
            <a:off x="5042555" y="6189184"/>
            <a:ext cx="3056654" cy="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B8B8B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10188791" y="6189184"/>
            <a:ext cx="3056654" cy="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B8B8B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88" id="88"/>
          <p:cNvGrpSpPr/>
          <p:nvPr/>
        </p:nvGrpSpPr>
        <p:grpSpPr>
          <a:xfrm rot="0">
            <a:off x="4977900" y="7311919"/>
            <a:ext cx="3191679" cy="689274"/>
            <a:chOff x="0" y="0"/>
            <a:chExt cx="579682" cy="1251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79682" cy="125188"/>
            </a:xfrm>
            <a:custGeom>
              <a:avLst/>
              <a:gdLst/>
              <a:ahLst/>
              <a:cxnLst/>
              <a:rect r="r" b="b" t="t" l="l"/>
              <a:pathLst>
                <a:path h="125188" w="579682">
                  <a:moveTo>
                    <a:pt x="62594" y="0"/>
                  </a:moveTo>
                  <a:lnTo>
                    <a:pt x="517088" y="0"/>
                  </a:lnTo>
                  <a:cubicBezTo>
                    <a:pt x="551658" y="0"/>
                    <a:pt x="579682" y="28024"/>
                    <a:pt x="579682" y="62594"/>
                  </a:cubicBezTo>
                  <a:lnTo>
                    <a:pt x="579682" y="62594"/>
                  </a:lnTo>
                  <a:cubicBezTo>
                    <a:pt x="579682" y="79195"/>
                    <a:pt x="573087" y="95116"/>
                    <a:pt x="561349" y="106855"/>
                  </a:cubicBezTo>
                  <a:cubicBezTo>
                    <a:pt x="549610" y="118593"/>
                    <a:pt x="533689" y="125188"/>
                    <a:pt x="517088" y="125188"/>
                  </a:cubicBezTo>
                  <a:lnTo>
                    <a:pt x="62594" y="125188"/>
                  </a:lnTo>
                  <a:cubicBezTo>
                    <a:pt x="28024" y="125188"/>
                    <a:pt x="0" y="97164"/>
                    <a:pt x="0" y="62594"/>
                  </a:cubicBezTo>
                  <a:lnTo>
                    <a:pt x="0" y="62594"/>
                  </a:lnTo>
                  <a:cubicBezTo>
                    <a:pt x="0" y="28024"/>
                    <a:pt x="28024" y="0"/>
                    <a:pt x="625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579682" cy="172813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110410" y="7311919"/>
            <a:ext cx="3191679" cy="689274"/>
            <a:chOff x="0" y="0"/>
            <a:chExt cx="579682" cy="1251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79682" cy="125188"/>
            </a:xfrm>
            <a:custGeom>
              <a:avLst/>
              <a:gdLst/>
              <a:ahLst/>
              <a:cxnLst/>
              <a:rect r="r" b="b" t="t" l="l"/>
              <a:pathLst>
                <a:path h="125188" w="579682">
                  <a:moveTo>
                    <a:pt x="62594" y="0"/>
                  </a:moveTo>
                  <a:lnTo>
                    <a:pt x="517088" y="0"/>
                  </a:lnTo>
                  <a:cubicBezTo>
                    <a:pt x="551658" y="0"/>
                    <a:pt x="579682" y="28024"/>
                    <a:pt x="579682" y="62594"/>
                  </a:cubicBezTo>
                  <a:lnTo>
                    <a:pt x="579682" y="62594"/>
                  </a:lnTo>
                  <a:cubicBezTo>
                    <a:pt x="579682" y="79195"/>
                    <a:pt x="573087" y="95116"/>
                    <a:pt x="561349" y="106855"/>
                  </a:cubicBezTo>
                  <a:cubicBezTo>
                    <a:pt x="549610" y="118593"/>
                    <a:pt x="533689" y="125188"/>
                    <a:pt x="517088" y="125188"/>
                  </a:cubicBezTo>
                  <a:lnTo>
                    <a:pt x="62594" y="125188"/>
                  </a:lnTo>
                  <a:cubicBezTo>
                    <a:pt x="28024" y="125188"/>
                    <a:pt x="0" y="97164"/>
                    <a:pt x="0" y="62594"/>
                  </a:cubicBezTo>
                  <a:lnTo>
                    <a:pt x="0" y="62594"/>
                  </a:lnTo>
                  <a:cubicBezTo>
                    <a:pt x="0" y="28024"/>
                    <a:pt x="28024" y="0"/>
                    <a:pt x="625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29D1">
                    <a:alpha val="26000"/>
                  </a:srgbClr>
                </a:gs>
                <a:gs pos="100000">
                  <a:srgbClr val="6F62FF">
                    <a:alpha val="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579682" cy="172813"/>
            </a:xfrm>
            <a:prstGeom prst="rect">
              <a:avLst/>
            </a:prstGeom>
          </p:spPr>
          <p:txBody>
            <a:bodyPr anchor="ctr" rtlCol="false" tIns="95568" lIns="95568" bIns="95568" rIns="95568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5538547" y="7463558"/>
            <a:ext cx="2631032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RA - 12529495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684783" y="7463558"/>
            <a:ext cx="2631032" cy="34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spc="8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RA - 12530386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DAHGd4lehuA</dc:identifier>
  <dcterms:modified xsi:type="dcterms:W3CDTF">2011-08-01T06:04:30Z</dcterms:modified>
  <cp:revision>1</cp:revision>
  <dc:title>Sistema Vendas</dc:title>
</cp:coreProperties>
</file>